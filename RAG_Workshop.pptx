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2"/>
  </p:notesMasterIdLst>
  <p:handoutMasterIdLst>
    <p:handoutMasterId r:id="rId33"/>
  </p:handoutMasterIdLst>
  <p:sldIdLst>
    <p:sldId id="290" r:id="rId5"/>
    <p:sldId id="279" r:id="rId6"/>
    <p:sldId id="329" r:id="rId7"/>
    <p:sldId id="296" r:id="rId8"/>
    <p:sldId id="301" r:id="rId9"/>
    <p:sldId id="263" r:id="rId10"/>
    <p:sldId id="317" r:id="rId11"/>
    <p:sldId id="319" r:id="rId12"/>
    <p:sldId id="266" r:id="rId13"/>
    <p:sldId id="307" r:id="rId14"/>
    <p:sldId id="323" r:id="rId15"/>
    <p:sldId id="322" r:id="rId16"/>
    <p:sldId id="324" r:id="rId17"/>
    <p:sldId id="325" r:id="rId18"/>
    <p:sldId id="308" r:id="rId19"/>
    <p:sldId id="326" r:id="rId20"/>
    <p:sldId id="256" r:id="rId21"/>
    <p:sldId id="313" r:id="rId22"/>
    <p:sldId id="327" r:id="rId23"/>
    <p:sldId id="320" r:id="rId24"/>
    <p:sldId id="328" r:id="rId25"/>
    <p:sldId id="271" r:id="rId26"/>
    <p:sldId id="272" r:id="rId27"/>
    <p:sldId id="274" r:id="rId28"/>
    <p:sldId id="275" r:id="rId29"/>
    <p:sldId id="276" r:id="rId30"/>
    <p:sldId id="295" r:id="rId31"/>
  </p:sldIdLst>
  <p:sldSz cx="12192000" cy="6858000"/>
  <p:notesSz cx="6858000" cy="9144000"/>
  <p:custDataLst>
    <p:tags r:id="rId34"/>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329"/>
            <p14:sldId id="296"/>
            <p14:sldId id="301"/>
            <p14:sldId id="263"/>
            <p14:sldId id="317"/>
            <p14:sldId id="319"/>
            <p14:sldId id="266"/>
            <p14:sldId id="307"/>
            <p14:sldId id="323"/>
            <p14:sldId id="322"/>
            <p14:sldId id="324"/>
            <p14:sldId id="325"/>
            <p14:sldId id="308"/>
            <p14:sldId id="326"/>
            <p14:sldId id="256"/>
            <p14:sldId id="313"/>
            <p14:sldId id="327"/>
            <p14:sldId id="320"/>
            <p14:sldId id="328"/>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p:scale>
          <a:sx n="200" d="100"/>
          <a:sy n="200" d="100"/>
        </p:scale>
        <p:origin x="-7587" y="-240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14.08.2026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14.08.2026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14.08.2026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14.08.2026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14.08.2026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14.08.2026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14.08.2026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14.08.2026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22.png"/><Relationship Id="rId18" Type="http://schemas.openxmlformats.org/officeDocument/2006/relationships/image" Target="../media/image27.svg"/><Relationship Id="rId26" Type="http://schemas.openxmlformats.org/officeDocument/2006/relationships/image" Target="../media/image35.svg"/><Relationship Id="rId3" Type="http://schemas.openxmlformats.org/officeDocument/2006/relationships/image" Target="../media/image12.png"/><Relationship Id="rId21" Type="http://schemas.openxmlformats.org/officeDocument/2006/relationships/image" Target="../media/image30.png"/><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png"/><Relationship Id="rId25" Type="http://schemas.openxmlformats.org/officeDocument/2006/relationships/image" Target="../media/image34.png"/><Relationship Id="rId2" Type="http://schemas.openxmlformats.org/officeDocument/2006/relationships/notesSlide" Target="../notesSlides/notesSlide7.xml"/><Relationship Id="rId16" Type="http://schemas.openxmlformats.org/officeDocument/2006/relationships/image" Target="../media/image25.svg"/><Relationship Id="rId20" Type="http://schemas.openxmlformats.org/officeDocument/2006/relationships/image" Target="../media/image29.svg"/><Relationship Id="rId29" Type="http://schemas.openxmlformats.org/officeDocument/2006/relationships/image" Target="../media/image38.pn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0.png"/><Relationship Id="rId24" Type="http://schemas.openxmlformats.org/officeDocument/2006/relationships/image" Target="../media/image33.svg"/><Relationship Id="rId5" Type="http://schemas.openxmlformats.org/officeDocument/2006/relationships/image" Target="../media/image14.png"/><Relationship Id="rId15" Type="http://schemas.openxmlformats.org/officeDocument/2006/relationships/image" Target="../media/image24.png"/><Relationship Id="rId23" Type="http://schemas.openxmlformats.org/officeDocument/2006/relationships/image" Target="../media/image32.png"/><Relationship Id="rId28" Type="http://schemas.openxmlformats.org/officeDocument/2006/relationships/image" Target="../media/image37.svg"/><Relationship Id="rId10" Type="http://schemas.openxmlformats.org/officeDocument/2006/relationships/image" Target="../media/image19.svg"/><Relationship Id="rId19" Type="http://schemas.openxmlformats.org/officeDocument/2006/relationships/image" Target="../media/image28.png"/><Relationship Id="rId4" Type="http://schemas.openxmlformats.org/officeDocument/2006/relationships/image" Target="../media/image13.svg"/><Relationship Id="rId9" Type="http://schemas.openxmlformats.org/officeDocument/2006/relationships/image" Target="../media/image18.png"/><Relationship Id="rId14" Type="http://schemas.openxmlformats.org/officeDocument/2006/relationships/image" Target="../media/image23.svg"/><Relationship Id="rId22" Type="http://schemas.openxmlformats.org/officeDocument/2006/relationships/image" Target="../media/image31.svg"/><Relationship Id="rId27" Type="http://schemas.openxmlformats.org/officeDocument/2006/relationships/image" Target="../media/image36.png"/><Relationship Id="rId30" Type="http://schemas.openxmlformats.org/officeDocument/2006/relationships/image" Target="../media/image39.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svg"/><Relationship Id="rId18" Type="http://schemas.openxmlformats.org/officeDocument/2006/relationships/image" Target="../media/image34.png"/><Relationship Id="rId26" Type="http://schemas.openxmlformats.org/officeDocument/2006/relationships/image" Target="../media/image16.png"/><Relationship Id="rId3" Type="http://schemas.openxmlformats.org/officeDocument/2006/relationships/image" Target="../media/image13.svg"/><Relationship Id="rId21" Type="http://schemas.openxmlformats.org/officeDocument/2006/relationships/image" Target="../media/image37.svg"/><Relationship Id="rId7" Type="http://schemas.openxmlformats.org/officeDocument/2006/relationships/image" Target="../media/image21.svg"/><Relationship Id="rId12" Type="http://schemas.openxmlformats.org/officeDocument/2006/relationships/image" Target="../media/image26.png"/><Relationship Id="rId17" Type="http://schemas.openxmlformats.org/officeDocument/2006/relationships/image" Target="../media/image33.svg"/><Relationship Id="rId25" Type="http://schemas.openxmlformats.org/officeDocument/2006/relationships/image" Target="../media/image15.svg"/><Relationship Id="rId2" Type="http://schemas.openxmlformats.org/officeDocument/2006/relationships/image" Target="../media/image12.png"/><Relationship Id="rId16" Type="http://schemas.openxmlformats.org/officeDocument/2006/relationships/image" Target="../media/image32.png"/><Relationship Id="rId20" Type="http://schemas.openxmlformats.org/officeDocument/2006/relationships/image" Target="../media/image36.png"/><Relationship Id="rId29" Type="http://schemas.openxmlformats.org/officeDocument/2006/relationships/image" Target="../media/image31.svg"/><Relationship Id="rId1" Type="http://schemas.openxmlformats.org/officeDocument/2006/relationships/slideLayout" Target="../slideLayouts/slideLayout3.xml"/><Relationship Id="rId6" Type="http://schemas.openxmlformats.org/officeDocument/2006/relationships/image" Target="../media/image20.png"/><Relationship Id="rId11" Type="http://schemas.openxmlformats.org/officeDocument/2006/relationships/image" Target="../media/image25.svg"/><Relationship Id="rId24" Type="http://schemas.openxmlformats.org/officeDocument/2006/relationships/image" Target="../media/image14.pn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9.svg"/><Relationship Id="rId28" Type="http://schemas.openxmlformats.org/officeDocument/2006/relationships/image" Target="../media/image30.png"/><Relationship Id="rId10" Type="http://schemas.openxmlformats.org/officeDocument/2006/relationships/image" Target="../media/image24.png"/><Relationship Id="rId19" Type="http://schemas.openxmlformats.org/officeDocument/2006/relationships/image" Target="../media/image35.svg"/><Relationship Id="rId4" Type="http://schemas.openxmlformats.org/officeDocument/2006/relationships/image" Target="../media/image18.png"/><Relationship Id="rId9" Type="http://schemas.openxmlformats.org/officeDocument/2006/relationships/image" Target="../media/image23.svg"/><Relationship Id="rId14" Type="http://schemas.openxmlformats.org/officeDocument/2006/relationships/image" Target="../media/image28.png"/><Relationship Id="rId22" Type="http://schemas.openxmlformats.org/officeDocument/2006/relationships/image" Target="../media/image38.png"/><Relationship Id="rId27" Type="http://schemas.openxmlformats.org/officeDocument/2006/relationships/image" Target="../media/image17.svg"/></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34.png"/><Relationship Id="rId13" Type="http://schemas.openxmlformats.org/officeDocument/2006/relationships/image" Target="../media/image39.svg"/><Relationship Id="rId18" Type="http://schemas.openxmlformats.org/officeDocument/2006/relationships/image" Target="../media/image16.png"/><Relationship Id="rId26" Type="http://schemas.openxmlformats.org/officeDocument/2006/relationships/image" Target="../media/image30.png"/><Relationship Id="rId3" Type="http://schemas.openxmlformats.org/officeDocument/2006/relationships/image" Target="../media/image27.svg"/><Relationship Id="rId21" Type="http://schemas.openxmlformats.org/officeDocument/2006/relationships/image" Target="../media/image19.svg"/><Relationship Id="rId7" Type="http://schemas.openxmlformats.org/officeDocument/2006/relationships/image" Target="../media/image23.svg"/><Relationship Id="rId12" Type="http://schemas.openxmlformats.org/officeDocument/2006/relationships/image" Target="../media/image38.png"/><Relationship Id="rId17" Type="http://schemas.openxmlformats.org/officeDocument/2006/relationships/image" Target="../media/image15.svg"/><Relationship Id="rId25" Type="http://schemas.openxmlformats.org/officeDocument/2006/relationships/image" Target="../media/image25.svg"/><Relationship Id="rId2" Type="http://schemas.openxmlformats.org/officeDocument/2006/relationships/image" Target="../media/image26.png"/><Relationship Id="rId16" Type="http://schemas.openxmlformats.org/officeDocument/2006/relationships/image" Target="../media/image14.png"/><Relationship Id="rId20" Type="http://schemas.openxmlformats.org/officeDocument/2006/relationships/image" Target="../media/image18.png"/><Relationship Id="rId29" Type="http://schemas.openxmlformats.org/officeDocument/2006/relationships/image" Target="../media/image33.svg"/><Relationship Id="rId1" Type="http://schemas.openxmlformats.org/officeDocument/2006/relationships/slideLayout" Target="../slideLayouts/slideLayout3.xml"/><Relationship Id="rId6" Type="http://schemas.openxmlformats.org/officeDocument/2006/relationships/image" Target="../media/image22.png"/><Relationship Id="rId11" Type="http://schemas.openxmlformats.org/officeDocument/2006/relationships/image" Target="../media/image37.svg"/><Relationship Id="rId24" Type="http://schemas.openxmlformats.org/officeDocument/2006/relationships/image" Target="../media/image24.png"/><Relationship Id="rId5" Type="http://schemas.openxmlformats.org/officeDocument/2006/relationships/image" Target="../media/image29.svg"/><Relationship Id="rId15" Type="http://schemas.openxmlformats.org/officeDocument/2006/relationships/image" Target="../media/image13.svg"/><Relationship Id="rId23" Type="http://schemas.openxmlformats.org/officeDocument/2006/relationships/image" Target="../media/image21.svg"/><Relationship Id="rId28" Type="http://schemas.openxmlformats.org/officeDocument/2006/relationships/image" Target="../media/image32.png"/><Relationship Id="rId10" Type="http://schemas.openxmlformats.org/officeDocument/2006/relationships/image" Target="../media/image36.png"/><Relationship Id="rId19" Type="http://schemas.openxmlformats.org/officeDocument/2006/relationships/image" Target="../media/image17.svg"/><Relationship Id="rId4" Type="http://schemas.openxmlformats.org/officeDocument/2006/relationships/image" Target="../media/image28.png"/><Relationship Id="rId9" Type="http://schemas.openxmlformats.org/officeDocument/2006/relationships/image" Target="../media/image35.svg"/><Relationship Id="rId14" Type="http://schemas.openxmlformats.org/officeDocument/2006/relationships/image" Target="../media/image12.png"/><Relationship Id="rId22" Type="http://schemas.openxmlformats.org/officeDocument/2006/relationships/image" Target="../media/image20.png"/><Relationship Id="rId27" Type="http://schemas.openxmlformats.org/officeDocument/2006/relationships/image" Target="../media/image31.svg"/></Relationships>
</file>

<file path=ppt/slides/_rels/slide14.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33.svg"/><Relationship Id="rId18" Type="http://schemas.openxmlformats.org/officeDocument/2006/relationships/image" Target="../media/image14.png"/><Relationship Id="rId26" Type="http://schemas.openxmlformats.org/officeDocument/2006/relationships/image" Target="../media/image30.png"/><Relationship Id="rId3" Type="http://schemas.openxmlformats.org/officeDocument/2006/relationships/image" Target="../media/image13.svg"/><Relationship Id="rId21" Type="http://schemas.openxmlformats.org/officeDocument/2006/relationships/image" Target="../media/image17.svg"/><Relationship Id="rId7" Type="http://schemas.openxmlformats.org/officeDocument/2006/relationships/image" Target="../media/image21.svg"/><Relationship Id="rId12" Type="http://schemas.openxmlformats.org/officeDocument/2006/relationships/image" Target="../media/image32.png"/><Relationship Id="rId17" Type="http://schemas.openxmlformats.org/officeDocument/2006/relationships/image" Target="../media/image37.svg"/><Relationship Id="rId25" Type="http://schemas.openxmlformats.org/officeDocument/2006/relationships/image" Target="../media/image27.svg"/><Relationship Id="rId2" Type="http://schemas.openxmlformats.org/officeDocument/2006/relationships/image" Target="../media/image12.png"/><Relationship Id="rId16" Type="http://schemas.openxmlformats.org/officeDocument/2006/relationships/image" Target="../media/image36.png"/><Relationship Id="rId20" Type="http://schemas.openxmlformats.org/officeDocument/2006/relationships/image" Target="../media/image16.png"/><Relationship Id="rId29" Type="http://schemas.openxmlformats.org/officeDocument/2006/relationships/image" Target="../media/image39.svg"/><Relationship Id="rId1" Type="http://schemas.openxmlformats.org/officeDocument/2006/relationships/slideLayout" Target="../slideLayouts/slideLayout3.xml"/><Relationship Id="rId6" Type="http://schemas.openxmlformats.org/officeDocument/2006/relationships/image" Target="../media/image20.png"/><Relationship Id="rId11" Type="http://schemas.openxmlformats.org/officeDocument/2006/relationships/image" Target="../media/image29.svg"/><Relationship Id="rId24" Type="http://schemas.openxmlformats.org/officeDocument/2006/relationships/image" Target="../media/image26.png"/><Relationship Id="rId5" Type="http://schemas.openxmlformats.org/officeDocument/2006/relationships/image" Target="../media/image19.svg"/><Relationship Id="rId15" Type="http://schemas.openxmlformats.org/officeDocument/2006/relationships/image" Target="../media/image35.svg"/><Relationship Id="rId23" Type="http://schemas.openxmlformats.org/officeDocument/2006/relationships/image" Target="../media/image25.svg"/><Relationship Id="rId28" Type="http://schemas.openxmlformats.org/officeDocument/2006/relationships/image" Target="../media/image38.png"/><Relationship Id="rId10" Type="http://schemas.openxmlformats.org/officeDocument/2006/relationships/image" Target="../media/image28.png"/><Relationship Id="rId19" Type="http://schemas.openxmlformats.org/officeDocument/2006/relationships/image" Target="../media/image15.svg"/><Relationship Id="rId4" Type="http://schemas.openxmlformats.org/officeDocument/2006/relationships/image" Target="../media/image18.png"/><Relationship Id="rId9" Type="http://schemas.openxmlformats.org/officeDocument/2006/relationships/image" Target="../media/image23.svg"/><Relationship Id="rId14" Type="http://schemas.openxmlformats.org/officeDocument/2006/relationships/image" Target="../media/image34.png"/><Relationship Id="rId22" Type="http://schemas.openxmlformats.org/officeDocument/2006/relationships/image" Target="../media/image24.png"/><Relationship Id="rId27" Type="http://schemas.openxmlformats.org/officeDocument/2006/relationships/image" Target="../media/image31.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svg"/><Relationship Id="rId18" Type="http://schemas.openxmlformats.org/officeDocument/2006/relationships/image" Target="../media/image24.png"/><Relationship Id="rId26" Type="http://schemas.openxmlformats.org/officeDocument/2006/relationships/image" Target="../media/image32.png"/><Relationship Id="rId3" Type="http://schemas.openxmlformats.org/officeDocument/2006/relationships/image" Target="../media/image35.svg"/><Relationship Id="rId21" Type="http://schemas.openxmlformats.org/officeDocument/2006/relationships/image" Target="../media/image27.svg"/><Relationship Id="rId7" Type="http://schemas.openxmlformats.org/officeDocument/2006/relationships/image" Target="../media/image13.svg"/><Relationship Id="rId12" Type="http://schemas.openxmlformats.org/officeDocument/2006/relationships/image" Target="../media/image18.png"/><Relationship Id="rId17" Type="http://schemas.openxmlformats.org/officeDocument/2006/relationships/image" Target="../media/image23.svg"/><Relationship Id="rId25" Type="http://schemas.openxmlformats.org/officeDocument/2006/relationships/image" Target="../media/image31.svg"/><Relationship Id="rId2" Type="http://schemas.openxmlformats.org/officeDocument/2006/relationships/image" Target="../media/image34.png"/><Relationship Id="rId16" Type="http://schemas.openxmlformats.org/officeDocument/2006/relationships/image" Target="../media/image22.png"/><Relationship Id="rId20" Type="http://schemas.openxmlformats.org/officeDocument/2006/relationships/image" Target="../media/image26.png"/><Relationship Id="rId29" Type="http://schemas.openxmlformats.org/officeDocument/2006/relationships/image" Target="../media/image39.svg"/><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svg"/><Relationship Id="rId24" Type="http://schemas.openxmlformats.org/officeDocument/2006/relationships/image" Target="../media/image30.png"/><Relationship Id="rId5" Type="http://schemas.openxmlformats.org/officeDocument/2006/relationships/image" Target="../media/image37.svg"/><Relationship Id="rId15" Type="http://schemas.openxmlformats.org/officeDocument/2006/relationships/image" Target="../media/image21.svg"/><Relationship Id="rId23" Type="http://schemas.openxmlformats.org/officeDocument/2006/relationships/image" Target="../media/image29.svg"/><Relationship Id="rId28" Type="http://schemas.openxmlformats.org/officeDocument/2006/relationships/image" Target="../media/image38.png"/><Relationship Id="rId10" Type="http://schemas.openxmlformats.org/officeDocument/2006/relationships/image" Target="../media/image16.png"/><Relationship Id="rId19" Type="http://schemas.openxmlformats.org/officeDocument/2006/relationships/image" Target="../media/image25.svg"/><Relationship Id="rId4" Type="http://schemas.openxmlformats.org/officeDocument/2006/relationships/image" Target="../media/image36.png"/><Relationship Id="rId9" Type="http://schemas.openxmlformats.org/officeDocument/2006/relationships/image" Target="../media/image15.svg"/><Relationship Id="rId14" Type="http://schemas.openxmlformats.org/officeDocument/2006/relationships/image" Target="../media/image20.png"/><Relationship Id="rId22" Type="http://schemas.openxmlformats.org/officeDocument/2006/relationships/image" Target="../media/image28.png"/><Relationship Id="rId27" Type="http://schemas.openxmlformats.org/officeDocument/2006/relationships/image" Target="../media/image33.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9.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13.svg"/><Relationship Id="rId18" Type="http://schemas.openxmlformats.org/officeDocument/2006/relationships/image" Target="../media/image18.png"/><Relationship Id="rId26" Type="http://schemas.openxmlformats.org/officeDocument/2006/relationships/image" Target="../media/image36.png"/><Relationship Id="rId3" Type="http://schemas.openxmlformats.org/officeDocument/2006/relationships/image" Target="../media/image21.svg"/><Relationship Id="rId21" Type="http://schemas.openxmlformats.org/officeDocument/2006/relationships/image" Target="../media/image27.svg"/><Relationship Id="rId7" Type="http://schemas.openxmlformats.org/officeDocument/2006/relationships/image" Target="../media/image25.svg"/><Relationship Id="rId12" Type="http://schemas.openxmlformats.org/officeDocument/2006/relationships/image" Target="../media/image12.png"/><Relationship Id="rId17" Type="http://schemas.openxmlformats.org/officeDocument/2006/relationships/image" Target="../media/image17.svg"/><Relationship Id="rId25" Type="http://schemas.openxmlformats.org/officeDocument/2006/relationships/image" Target="../media/image35.svg"/><Relationship Id="rId2" Type="http://schemas.openxmlformats.org/officeDocument/2006/relationships/image" Target="../media/image20.png"/><Relationship Id="rId16" Type="http://schemas.openxmlformats.org/officeDocument/2006/relationships/image" Target="../media/image16.png"/><Relationship Id="rId20" Type="http://schemas.openxmlformats.org/officeDocument/2006/relationships/image" Target="../media/image26.png"/><Relationship Id="rId29" Type="http://schemas.openxmlformats.org/officeDocument/2006/relationships/image" Target="../media/image39.svg"/><Relationship Id="rId1" Type="http://schemas.openxmlformats.org/officeDocument/2006/relationships/slideLayout" Target="../slideLayouts/slideLayout3.xml"/><Relationship Id="rId6" Type="http://schemas.openxmlformats.org/officeDocument/2006/relationships/image" Target="../media/image24.png"/><Relationship Id="rId11" Type="http://schemas.openxmlformats.org/officeDocument/2006/relationships/image" Target="../media/image33.svg"/><Relationship Id="rId24" Type="http://schemas.openxmlformats.org/officeDocument/2006/relationships/image" Target="../media/image34.png"/><Relationship Id="rId5" Type="http://schemas.openxmlformats.org/officeDocument/2006/relationships/image" Target="../media/image23.svg"/><Relationship Id="rId15" Type="http://schemas.openxmlformats.org/officeDocument/2006/relationships/image" Target="../media/image15.svg"/><Relationship Id="rId23" Type="http://schemas.openxmlformats.org/officeDocument/2006/relationships/image" Target="../media/image31.svg"/><Relationship Id="rId28" Type="http://schemas.openxmlformats.org/officeDocument/2006/relationships/image" Target="../media/image38.png"/><Relationship Id="rId10" Type="http://schemas.openxmlformats.org/officeDocument/2006/relationships/image" Target="../media/image32.png"/><Relationship Id="rId19" Type="http://schemas.openxmlformats.org/officeDocument/2006/relationships/image" Target="../media/image19.svg"/><Relationship Id="rId4" Type="http://schemas.openxmlformats.org/officeDocument/2006/relationships/image" Target="../media/image22.png"/><Relationship Id="rId9" Type="http://schemas.openxmlformats.org/officeDocument/2006/relationships/image" Target="../media/image29.svg"/><Relationship Id="rId14" Type="http://schemas.openxmlformats.org/officeDocument/2006/relationships/image" Target="../media/image14.png"/><Relationship Id="rId22" Type="http://schemas.openxmlformats.org/officeDocument/2006/relationships/image" Target="../media/image30.png"/><Relationship Id="rId27" Type="http://schemas.openxmlformats.org/officeDocument/2006/relationships/image" Target="../media/image37.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43.svg"/><Relationship Id="rId18" Type="http://schemas.openxmlformats.org/officeDocument/2006/relationships/image" Target="../media/image16.png"/><Relationship Id="rId3" Type="http://schemas.openxmlformats.org/officeDocument/2006/relationships/image" Target="../media/image25.svg"/><Relationship Id="rId7" Type="http://schemas.openxmlformats.org/officeDocument/2006/relationships/image" Target="../media/image37.svg"/><Relationship Id="rId12" Type="http://schemas.openxmlformats.org/officeDocument/2006/relationships/image" Target="../media/image42.png"/><Relationship Id="rId17" Type="http://schemas.openxmlformats.org/officeDocument/2006/relationships/image" Target="../media/image31.svg"/><Relationship Id="rId2" Type="http://schemas.openxmlformats.org/officeDocument/2006/relationships/image" Target="../media/image24.png"/><Relationship Id="rId16"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6.png"/><Relationship Id="rId11" Type="http://schemas.openxmlformats.org/officeDocument/2006/relationships/image" Target="../media/image23.svg"/><Relationship Id="rId5" Type="http://schemas.openxmlformats.org/officeDocument/2006/relationships/image" Target="../media/image35.svg"/><Relationship Id="rId15" Type="http://schemas.openxmlformats.org/officeDocument/2006/relationships/image" Target="../media/image27.svg"/><Relationship Id="rId10" Type="http://schemas.openxmlformats.org/officeDocument/2006/relationships/image" Target="../media/image22.png"/><Relationship Id="rId19" Type="http://schemas.openxmlformats.org/officeDocument/2006/relationships/image" Target="../media/image17.svg"/><Relationship Id="rId4" Type="http://schemas.openxmlformats.org/officeDocument/2006/relationships/image" Target="../media/image34.png"/><Relationship Id="rId9" Type="http://schemas.openxmlformats.org/officeDocument/2006/relationships/image" Target="../media/image15.svg"/><Relationship Id="rId14" Type="http://schemas.openxmlformats.org/officeDocument/2006/relationships/image" Target="../media/image2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14.08.2026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14.08.2026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A2CB40-4AA5-D7F7-B74C-FCE223109893}"/>
              </a:ext>
            </a:extLst>
          </p:cNvPr>
          <p:cNvSpPr>
            <a:spLocks noGrp="1"/>
          </p:cNvSpPr>
          <p:nvPr>
            <p:ph type="title"/>
          </p:nvPr>
        </p:nvSpPr>
        <p:spPr/>
        <p:txBody>
          <a:bodyPr/>
          <a:lstStyle/>
          <a:p>
            <a:r>
              <a:rPr lang="de-CH" dirty="0"/>
              <a:t>Was Ihr heute mitnehmen könnt</a:t>
            </a:r>
          </a:p>
        </p:txBody>
      </p:sp>
      <p:sp>
        <p:nvSpPr>
          <p:cNvPr id="3" name="Datumsplatzhalter 2">
            <a:extLst>
              <a:ext uri="{FF2B5EF4-FFF2-40B4-BE49-F238E27FC236}">
                <a16:creationId xmlns:a16="http://schemas.microsoft.com/office/drawing/2014/main" id="{2DA3CC93-C983-8492-6900-EF81C4EE1E1A}"/>
              </a:ext>
            </a:extLst>
          </p:cNvPr>
          <p:cNvSpPr>
            <a:spLocks noGrp="1"/>
          </p:cNvSpPr>
          <p:nvPr>
            <p:ph type="dt" sz="half" idx="10"/>
          </p:nvPr>
        </p:nvSpPr>
        <p:spPr/>
        <p:txBody>
          <a:bodyPr/>
          <a:lstStyle/>
          <a:p>
            <a:fld id="{3B96E7C6-F2CE-4756-8C9C-414CDB636DDE}" type="datetime1">
              <a:rPr lang="de-CH" smtClean="0"/>
              <a:t>14.08.2026</a:t>
            </a:fld>
            <a:endParaRPr lang="de-CH" dirty="0"/>
          </a:p>
        </p:txBody>
      </p:sp>
      <p:sp>
        <p:nvSpPr>
          <p:cNvPr id="4" name="Foliennummernplatzhalter 3">
            <a:extLst>
              <a:ext uri="{FF2B5EF4-FFF2-40B4-BE49-F238E27FC236}">
                <a16:creationId xmlns:a16="http://schemas.microsoft.com/office/drawing/2014/main" id="{9D321ECF-4452-34A1-FFA5-410A1D0BD724}"/>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5" name="Inhaltsplatzhalter 4">
            <a:extLst>
              <a:ext uri="{FF2B5EF4-FFF2-40B4-BE49-F238E27FC236}">
                <a16:creationId xmlns:a16="http://schemas.microsoft.com/office/drawing/2014/main" id="{B6185FCA-0204-7C49-ECBC-2383F8811DFB}"/>
              </a:ext>
            </a:extLst>
          </p:cNvPr>
          <p:cNvSpPr>
            <a:spLocks noGrp="1"/>
          </p:cNvSpPr>
          <p:nvPr>
            <p:ph sz="quarter" idx="13"/>
          </p:nvPr>
        </p:nvSpPr>
        <p:spPr/>
        <p:txBody>
          <a:bodyPr/>
          <a:lstStyle/>
          <a:p>
            <a:r>
              <a:rPr lang="de-DE" dirty="0"/>
              <a:t>Grenzen reiner LLMs erklären</a:t>
            </a:r>
          </a:p>
          <a:p>
            <a:r>
              <a:rPr lang="de-DE" dirty="0"/>
              <a:t>Die Bausteine einer RAG-Pipeline benennen und einordnen</a:t>
            </a:r>
          </a:p>
          <a:p>
            <a:r>
              <a:rPr lang="de-DE" dirty="0"/>
              <a:t>Selbst eine RAG-Pipeline in Betrieb nehmen</a:t>
            </a:r>
          </a:p>
          <a:p>
            <a:r>
              <a:rPr lang="de-DE" dirty="0"/>
              <a:t>Stellschrauben der Antwortqualität kennen</a:t>
            </a:r>
          </a:p>
          <a:p>
            <a:r>
              <a:rPr lang="de-DE" dirty="0"/>
              <a:t>Qualität messen statt vermuten</a:t>
            </a:r>
          </a:p>
          <a:p>
            <a:r>
              <a:rPr lang="de-DE" dirty="0"/>
              <a:t>Fundierte Architektur-Entscheide treffen</a:t>
            </a:r>
            <a:endParaRPr lang="de-CH" dirty="0"/>
          </a:p>
        </p:txBody>
      </p:sp>
    </p:spTree>
    <p:extLst>
      <p:ext uri="{BB962C8B-B14F-4D97-AF65-F5344CB8AC3E}">
        <p14:creationId xmlns:p14="http://schemas.microsoft.com/office/powerpoint/2010/main" val="2065214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14.08.2026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4</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14.08.2026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5</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14.08.2026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6</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14.08.2026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Full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14.08.2026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9</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14.08.2026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10</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14</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14.08.2026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15</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16</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nchor="ctr"/>
          <a:lstStyle/>
          <a:p>
            <a:pPr algn="ctr"/>
            <a:r>
              <a:rPr lang="de-DE" b="1" dirty="0">
                <a:solidFill>
                  <a:srgbClr val="FFFFFF"/>
                </a:solidFill>
              </a:rPr>
              <a:t>Ziel: Token-Budget einhalten, ohne Bedeutung zu </a:t>
            </a:r>
            <a:r>
              <a:rPr lang="de-DE" b="1" dirty="0" err="1">
                <a:solidFill>
                  <a:srgbClr val="FFFFFF"/>
                </a:solidFill>
              </a:rPr>
              <a:t>zerreissen</a:t>
            </a:r>
            <a:r>
              <a:rPr lang="de-DE" b="1" dirty="0">
                <a:solidFill>
                  <a:srgbClr val="FFFFFF"/>
                </a:solidFill>
              </a:rPr>
              <a:t>.</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20" name="Gruppieren 19">
            <a:extLst>
              <a:ext uri="{FF2B5EF4-FFF2-40B4-BE49-F238E27FC236}">
                <a16:creationId xmlns:a16="http://schemas.microsoft.com/office/drawing/2014/main" id="{6E7F57EA-6473-2616-6907-ECF4281B3731}"/>
              </a:ext>
            </a:extLst>
          </p:cNvPr>
          <p:cNvGrpSpPr/>
          <p:nvPr/>
        </p:nvGrpSpPr>
        <p:grpSpPr>
          <a:xfrm>
            <a:off x="540000" y="1800000"/>
            <a:ext cx="5220000" cy="3420000"/>
            <a:chOff x="540000" y="1800000"/>
            <a:chExt cx="5220000" cy="3420000"/>
          </a:xfrm>
        </p:grpSpPr>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grpSp>
        <p:nvGrpSpPr>
          <p:cNvPr id="2" name="Gruppieren 1">
            <a:extLst>
              <a:ext uri="{FF2B5EF4-FFF2-40B4-BE49-F238E27FC236}">
                <a16:creationId xmlns:a16="http://schemas.microsoft.com/office/drawing/2014/main" id="{3102124E-B7F1-FA1F-1909-1922D4F6CF27}"/>
              </a:ext>
            </a:extLst>
          </p:cNvPr>
          <p:cNvGrpSpPr/>
          <p:nvPr/>
        </p:nvGrpSpPr>
        <p:grpSpPr>
          <a:xfrm>
            <a:off x="6300000" y="1800000"/>
            <a:ext cx="5400000" cy="3420000"/>
            <a:chOff x="6300000" y="1800000"/>
            <a:chExt cx="5400000" cy="3420000"/>
          </a:xfrm>
        </p:grpSpPr>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grpSp>
        <p:nvGrpSpPr>
          <p:cNvPr id="14" name="Gruppieren 13">
            <a:extLst>
              <a:ext uri="{FF2B5EF4-FFF2-40B4-BE49-F238E27FC236}">
                <a16:creationId xmlns:a16="http://schemas.microsoft.com/office/drawing/2014/main" id="{242317EE-D408-D3CB-6B28-8B812C29DCA0}"/>
              </a:ext>
            </a:extLst>
          </p:cNvPr>
          <p:cNvGrpSpPr/>
          <p:nvPr/>
        </p:nvGrpSpPr>
        <p:grpSpPr>
          <a:xfrm>
            <a:off x="2957273" y="1972649"/>
            <a:ext cx="3442102" cy="2225964"/>
            <a:chOff x="2957273" y="1972649"/>
            <a:chExt cx="3442102" cy="2225964"/>
          </a:xfrm>
        </p:grpSpPr>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grpSp>
      <p:grpSp>
        <p:nvGrpSpPr>
          <p:cNvPr id="13" name="Gruppieren 12">
            <a:extLst>
              <a:ext uri="{FF2B5EF4-FFF2-40B4-BE49-F238E27FC236}">
                <a16:creationId xmlns:a16="http://schemas.microsoft.com/office/drawing/2014/main" id="{8EA97AE7-F84C-C527-3D6D-5B12409EFD94}"/>
              </a:ext>
            </a:extLst>
          </p:cNvPr>
          <p:cNvGrpSpPr/>
          <p:nvPr/>
        </p:nvGrpSpPr>
        <p:grpSpPr>
          <a:xfrm>
            <a:off x="8100000" y="1972649"/>
            <a:ext cx="3434625" cy="2225964"/>
            <a:chOff x="8100000" y="1972649"/>
            <a:chExt cx="3434625" cy="2225964"/>
          </a:xfrm>
        </p:grpSpPr>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grpSp>
        <p:nvGrpSpPr>
          <p:cNvPr id="12" name="Gruppieren 11">
            <a:extLst>
              <a:ext uri="{FF2B5EF4-FFF2-40B4-BE49-F238E27FC236}">
                <a16:creationId xmlns:a16="http://schemas.microsoft.com/office/drawing/2014/main" id="{2D1C9AE5-D91A-3624-4EC6-07E34C6E828D}"/>
              </a:ext>
            </a:extLst>
          </p:cNvPr>
          <p:cNvGrpSpPr/>
          <p:nvPr/>
        </p:nvGrpSpPr>
        <p:grpSpPr>
          <a:xfrm>
            <a:off x="6480000" y="1972649"/>
            <a:ext cx="2052201" cy="1913551"/>
            <a:chOff x="6480000" y="1972649"/>
            <a:chExt cx="2052201" cy="1913551"/>
          </a:xfrm>
        </p:grpSpPr>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09975" y="2700000"/>
              <a:ext cx="720000" cy="720000"/>
            </a:xfrm>
            <a:prstGeom prst="rect">
              <a:avLst/>
            </a:prstGeom>
          </p:spPr>
        </p:pic>
      </p:gr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wipe(left)">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19</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14.08.2026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21</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grpSp>
        <p:nvGrpSpPr>
          <p:cNvPr id="40" name="Gruppieren 39">
            <a:extLst>
              <a:ext uri="{FF2B5EF4-FFF2-40B4-BE49-F238E27FC236}">
                <a16:creationId xmlns:a16="http://schemas.microsoft.com/office/drawing/2014/main" id="{19F8F4D5-38BD-8426-E955-3F3DA91F3F81}"/>
              </a:ext>
            </a:extLst>
          </p:cNvPr>
          <p:cNvGrpSpPr/>
          <p:nvPr/>
        </p:nvGrpSpPr>
        <p:grpSpPr>
          <a:xfrm>
            <a:off x="1080000" y="1980000"/>
            <a:ext cx="2880000" cy="2520000"/>
            <a:chOff x="1080000" y="1980000"/>
            <a:chExt cx="2880000" cy="2520000"/>
          </a:xfrm>
        </p:grpSpPr>
        <p:sp>
          <p:nvSpPr>
            <p:cNvPr id="7" name="ARTICLE RECALL@K-label">
              <a:extLst>
                <a:ext uri="{FF2B5EF4-FFF2-40B4-BE49-F238E27FC236}">
                  <a16:creationId xmlns:a16="http://schemas.microsoft.com/office/drawing/2014/main" id="{EF3CBA10-81F9-496B-9B1B-D5798E9DEA26}"/>
                </a:ext>
              </a:extLst>
            </p:cNvPr>
            <p:cNvSpPr/>
            <p:nvPr/>
          </p:nvSpPr>
          <p:spPr>
            <a:xfrm>
              <a:off x="108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dirty="0">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p:nvPr/>
          </p:nvSpPr>
          <p:spPr>
            <a:xfrm>
              <a:off x="108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2" name="Gruppieren 1">
              <a:extLst>
                <a:ext uri="{FF2B5EF4-FFF2-40B4-BE49-F238E27FC236}">
                  <a16:creationId xmlns:a16="http://schemas.microsoft.com/office/drawing/2014/main" id="{58F4AE17-A10A-607C-53CB-C11338F32BC9}"/>
                </a:ext>
              </a:extLst>
            </p:cNvPr>
            <p:cNvGrpSpPr/>
            <p:nvPr/>
          </p:nvGrpSpPr>
          <p:grpSpPr>
            <a:xfrm>
              <a:off x="1080000" y="2700000"/>
              <a:ext cx="1440000" cy="900000"/>
              <a:chOff x="899999" y="2700000"/>
              <a:chExt cx="1260000" cy="948600"/>
            </a:xfrm>
          </p:grpSpPr>
          <p:sp>
            <p:nvSpPr>
              <p:cNvPr id="9" name="ARTICLE RECALL@K-vector-label">
                <a:extLst>
                  <a:ext uri="{FF2B5EF4-FFF2-40B4-BE49-F238E27FC236}">
                    <a16:creationId xmlns:a16="http://schemas.microsoft.com/office/drawing/2014/main" id="{6807D616-2734-411A-9F80-248B050D6544}"/>
                  </a:ext>
                </a:extLst>
              </p:cNvPr>
              <p:cNvSpPr/>
              <p:nvPr/>
            </p:nvSpPr>
            <p:spPr>
              <a:xfrm>
                <a:off x="89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p:nvPr/>
            </p:nvSpPr>
            <p:spPr>
              <a:xfrm>
                <a:off x="899999"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grpSp>
        <p:grpSp>
          <p:nvGrpSpPr>
            <p:cNvPr id="3" name="Gruppieren 2">
              <a:extLst>
                <a:ext uri="{FF2B5EF4-FFF2-40B4-BE49-F238E27FC236}">
                  <a16:creationId xmlns:a16="http://schemas.microsoft.com/office/drawing/2014/main" id="{CE1C2434-3A1F-4655-57E9-7BD0D75BBA0E}"/>
                </a:ext>
              </a:extLst>
            </p:cNvPr>
            <p:cNvGrpSpPr/>
            <p:nvPr/>
          </p:nvGrpSpPr>
          <p:grpSpPr>
            <a:xfrm>
              <a:off x="2520000" y="2700000"/>
              <a:ext cx="1440000" cy="900000"/>
              <a:chOff x="2339999" y="2700000"/>
              <a:chExt cx="1260001" cy="948600"/>
            </a:xfrm>
          </p:grpSpPr>
          <p:sp>
            <p:nvSpPr>
              <p:cNvPr id="11" name="ARTICLE RECALL@K-graph-label">
                <a:extLst>
                  <a:ext uri="{FF2B5EF4-FFF2-40B4-BE49-F238E27FC236}">
                    <a16:creationId xmlns:a16="http://schemas.microsoft.com/office/drawing/2014/main" id="{547E2263-E275-431C-90EE-995868326356}"/>
                  </a:ext>
                </a:extLst>
              </p:cNvPr>
              <p:cNvSpPr/>
              <p:nvPr/>
            </p:nvSpPr>
            <p:spPr>
              <a:xfrm>
                <a:off x="23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88 %</a:t>
                </a:r>
              </a:p>
            </p:txBody>
          </p:sp>
        </p:grpSp>
        <p:sp>
          <p:nvSpPr>
            <p:cNvPr id="13" name="ARTICLE RECALL@K-divider">
              <a:extLst>
                <a:ext uri="{FF2B5EF4-FFF2-40B4-BE49-F238E27FC236}">
                  <a16:creationId xmlns:a16="http://schemas.microsoft.com/office/drawing/2014/main" id="{60C88283-300A-41E7-BA4D-36B297E1C6AD}"/>
                </a:ext>
              </a:extLst>
            </p:cNvPr>
            <p:cNvSpPr/>
            <p:nvPr/>
          </p:nvSpPr>
          <p:spPr>
            <a:xfrm>
              <a:off x="252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p:nvPr/>
          </p:nvSpPr>
          <p:spPr>
            <a:xfrm>
              <a:off x="108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a:t>
              </a:r>
              <a:r>
                <a:rPr sz="1050" b="1" dirty="0" err="1">
                  <a:solidFill>
                    <a:srgbClr val="304554"/>
                  </a:solidFill>
                  <a:latin typeface="Arial"/>
                  <a:ea typeface="Arial"/>
                  <a:cs typeface="Arial"/>
                </a:rPr>
                <a:t>liefert</a:t>
              </a:r>
              <a:r>
                <a:rPr sz="1050" b="1" dirty="0">
                  <a:solidFill>
                    <a:srgbClr val="304554"/>
                  </a:solidFill>
                  <a:latin typeface="Arial"/>
                  <a:ea typeface="Arial"/>
                  <a:cs typeface="Arial"/>
                </a:rPr>
                <a:t> den </a:t>
              </a:r>
              <a:r>
                <a:rPr sz="1050" b="1" dirty="0" err="1">
                  <a:solidFill>
                    <a:srgbClr val="304554"/>
                  </a:solidFill>
                  <a:latin typeface="Arial"/>
                  <a:ea typeface="Arial"/>
                  <a:cs typeface="Arial"/>
                </a:rPr>
                <a:t>höchsten</a:t>
              </a:r>
              <a:r>
                <a:rPr sz="1050" b="1" dirty="0">
                  <a:solidFill>
                    <a:srgbClr val="304554"/>
                  </a:solidFill>
                  <a:latin typeface="Arial"/>
                  <a:ea typeface="Arial"/>
                  <a:cs typeface="Arial"/>
                </a:rPr>
                <a:t> Recall</a:t>
              </a:r>
            </a:p>
          </p:txBody>
        </p:sp>
      </p:grpSp>
      <p:grpSp>
        <p:nvGrpSpPr>
          <p:cNvPr id="39" name="Gruppieren 38">
            <a:extLst>
              <a:ext uri="{FF2B5EF4-FFF2-40B4-BE49-F238E27FC236}">
                <a16:creationId xmlns:a16="http://schemas.microsoft.com/office/drawing/2014/main" id="{9EA5AB0A-42E4-DBBA-9B20-7429173E37C8}"/>
              </a:ext>
            </a:extLst>
          </p:cNvPr>
          <p:cNvGrpSpPr/>
          <p:nvPr/>
        </p:nvGrpSpPr>
        <p:grpSpPr>
          <a:xfrm>
            <a:off x="4589999" y="1980000"/>
            <a:ext cx="2880001" cy="2520000"/>
            <a:chOff x="4679999" y="1980000"/>
            <a:chExt cx="2880001" cy="2520000"/>
          </a:xfrm>
        </p:grpSpPr>
        <p:sp>
          <p:nvSpPr>
            <p:cNvPr id="15" name="ARTICLE MRR-label">
              <a:extLst>
                <a:ext uri="{FF2B5EF4-FFF2-40B4-BE49-F238E27FC236}">
                  <a16:creationId xmlns:a16="http://schemas.microsoft.com/office/drawing/2014/main" id="{428A152A-7185-4B7C-9D9F-F04877D61454}"/>
                </a:ext>
              </a:extLst>
            </p:cNvPr>
            <p:cNvSpPr/>
            <p:nvPr/>
          </p:nvSpPr>
          <p:spPr>
            <a:xfrm>
              <a:off x="468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p:nvPr/>
          </p:nvSpPr>
          <p:spPr>
            <a:xfrm>
              <a:off x="468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4" name="Gruppieren 33">
              <a:extLst>
                <a:ext uri="{FF2B5EF4-FFF2-40B4-BE49-F238E27FC236}">
                  <a16:creationId xmlns:a16="http://schemas.microsoft.com/office/drawing/2014/main" id="{EA017B8D-C6B9-EB55-C0E4-B1502E161B61}"/>
                </a:ext>
              </a:extLst>
            </p:cNvPr>
            <p:cNvGrpSpPr/>
            <p:nvPr/>
          </p:nvGrpSpPr>
          <p:grpSpPr>
            <a:xfrm>
              <a:off x="4680000" y="2700000"/>
              <a:ext cx="1440000" cy="900000"/>
              <a:chOff x="4319999" y="2700000"/>
              <a:chExt cx="1260001" cy="948600"/>
            </a:xfrm>
          </p:grpSpPr>
          <p:sp>
            <p:nvSpPr>
              <p:cNvPr id="17" name="ARTICLE MRR-vector-label">
                <a:extLst>
                  <a:ext uri="{FF2B5EF4-FFF2-40B4-BE49-F238E27FC236}">
                    <a16:creationId xmlns:a16="http://schemas.microsoft.com/office/drawing/2014/main" id="{231458E9-0363-4E1A-909E-88E4A78AF7E5}"/>
                  </a:ext>
                </a:extLst>
              </p:cNvPr>
              <p:cNvSpPr/>
              <p:nvPr/>
            </p:nvSpPr>
            <p:spPr>
              <a:xfrm>
                <a:off x="431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0.25</a:t>
                </a:r>
              </a:p>
            </p:txBody>
          </p:sp>
        </p:grpSp>
        <p:grpSp>
          <p:nvGrpSpPr>
            <p:cNvPr id="33" name="Gruppieren 32">
              <a:extLst>
                <a:ext uri="{FF2B5EF4-FFF2-40B4-BE49-F238E27FC236}">
                  <a16:creationId xmlns:a16="http://schemas.microsoft.com/office/drawing/2014/main" id="{478926ED-6920-8D6B-6060-A543468EE399}"/>
                </a:ext>
              </a:extLst>
            </p:cNvPr>
            <p:cNvGrpSpPr/>
            <p:nvPr/>
          </p:nvGrpSpPr>
          <p:grpSpPr>
            <a:xfrm>
              <a:off x="6120000" y="2700000"/>
              <a:ext cx="1440000" cy="900000"/>
              <a:chOff x="5759999" y="2700000"/>
              <a:chExt cx="1260001" cy="948600"/>
            </a:xfrm>
          </p:grpSpPr>
          <p:sp>
            <p:nvSpPr>
              <p:cNvPr id="19" name="ARTICLE MRR-graph-label">
                <a:extLst>
                  <a:ext uri="{FF2B5EF4-FFF2-40B4-BE49-F238E27FC236}">
                    <a16:creationId xmlns:a16="http://schemas.microsoft.com/office/drawing/2014/main" id="{34D2D5AD-316C-4BC7-AB0E-006E3CD5A7A1}"/>
                  </a:ext>
                </a:extLst>
              </p:cNvPr>
              <p:cNvSpPr/>
              <p:nvPr/>
            </p:nvSpPr>
            <p:spPr>
              <a:xfrm>
                <a:off x="57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0.52</a:t>
                </a:r>
              </a:p>
            </p:txBody>
          </p:sp>
        </p:grpSp>
        <p:sp>
          <p:nvSpPr>
            <p:cNvPr id="21" name="ARTICLE MRR-divider">
              <a:extLst>
                <a:ext uri="{FF2B5EF4-FFF2-40B4-BE49-F238E27FC236}">
                  <a16:creationId xmlns:a16="http://schemas.microsoft.com/office/drawing/2014/main" id="{AF3DB5C0-E728-477B-889B-6F68B673147F}"/>
                </a:ext>
              </a:extLst>
            </p:cNvPr>
            <p:cNvSpPr/>
            <p:nvPr/>
          </p:nvSpPr>
          <p:spPr>
            <a:xfrm>
              <a:off x="612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p:nvPr/>
          </p:nvSpPr>
          <p:spPr>
            <a:xfrm>
              <a:off x="467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err="1">
                  <a:solidFill>
                    <a:srgbClr val="304554"/>
                  </a:solidFill>
                  <a:latin typeface="Arial"/>
                  <a:ea typeface="Arial"/>
                  <a:cs typeface="Arial"/>
                </a:rPr>
                <a:t>Reranker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ordnet</a:t>
              </a:r>
              <a:r>
                <a:rPr sz="1050" b="1" dirty="0">
                  <a:solidFill>
                    <a:srgbClr val="304554"/>
                  </a:solidFill>
                  <a:latin typeface="Arial"/>
                  <a:ea typeface="Arial"/>
                  <a:cs typeface="Arial"/>
                </a:rPr>
                <a:t> Treffer am </a:t>
              </a:r>
              <a:r>
                <a:rPr sz="1050" b="1" dirty="0" err="1">
                  <a:solidFill>
                    <a:srgbClr val="304554"/>
                  </a:solidFill>
                  <a:latin typeface="Arial"/>
                  <a:ea typeface="Arial"/>
                  <a:cs typeface="Arial"/>
                </a:rPr>
                <a:t>besten</a:t>
              </a:r>
              <a:endParaRPr sz="1050" b="1" dirty="0">
                <a:solidFill>
                  <a:srgbClr val="304554"/>
                </a:solidFill>
                <a:latin typeface="Arial"/>
                <a:ea typeface="Arial"/>
                <a:cs typeface="Arial"/>
              </a:endParaRPr>
            </a:p>
          </p:txBody>
        </p:sp>
      </p:grpSp>
      <p:grpSp>
        <p:nvGrpSpPr>
          <p:cNvPr id="38" name="Gruppieren 37">
            <a:extLst>
              <a:ext uri="{FF2B5EF4-FFF2-40B4-BE49-F238E27FC236}">
                <a16:creationId xmlns:a16="http://schemas.microsoft.com/office/drawing/2014/main" id="{FD890A52-9E28-BD03-9461-B689DD2F4364}"/>
              </a:ext>
            </a:extLst>
          </p:cNvPr>
          <p:cNvGrpSpPr/>
          <p:nvPr/>
        </p:nvGrpSpPr>
        <p:grpSpPr>
          <a:xfrm>
            <a:off x="8100000" y="1980000"/>
            <a:ext cx="2880000" cy="2520000"/>
            <a:chOff x="7560000" y="1980000"/>
            <a:chExt cx="2880000" cy="2520000"/>
          </a:xfrm>
        </p:grpSpPr>
        <p:sp>
          <p:nvSpPr>
            <p:cNvPr id="23" name="Ø KONTEXT-TOKENS-label">
              <a:extLst>
                <a:ext uri="{FF2B5EF4-FFF2-40B4-BE49-F238E27FC236}">
                  <a16:creationId xmlns:a16="http://schemas.microsoft.com/office/drawing/2014/main" id="{55D09288-0EF6-4C48-BD66-8A8F092889F5}"/>
                </a:ext>
              </a:extLst>
            </p:cNvPr>
            <p:cNvSpPr/>
            <p:nvPr/>
          </p:nvSpPr>
          <p:spPr>
            <a:xfrm>
              <a:off x="756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dirty="0">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p:nvPr/>
          </p:nvSpPr>
          <p:spPr>
            <a:xfrm>
              <a:off x="756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5" name="Gruppieren 34">
              <a:extLst>
                <a:ext uri="{FF2B5EF4-FFF2-40B4-BE49-F238E27FC236}">
                  <a16:creationId xmlns:a16="http://schemas.microsoft.com/office/drawing/2014/main" id="{39E951EB-21A8-3BCA-9924-A7A0B8E85324}"/>
                </a:ext>
              </a:extLst>
            </p:cNvPr>
            <p:cNvGrpSpPr/>
            <p:nvPr/>
          </p:nvGrpSpPr>
          <p:grpSpPr>
            <a:xfrm>
              <a:off x="7560000" y="2700000"/>
              <a:ext cx="1440000" cy="900000"/>
              <a:chOff x="7739999" y="2700000"/>
              <a:chExt cx="1260001" cy="948600"/>
            </a:xfrm>
          </p:grpSpPr>
          <p:sp>
            <p:nvSpPr>
              <p:cNvPr id="25" name="Ø KONTEXT-TOKENS-vector-label">
                <a:extLst>
                  <a:ext uri="{FF2B5EF4-FFF2-40B4-BE49-F238E27FC236}">
                    <a16:creationId xmlns:a16="http://schemas.microsoft.com/office/drawing/2014/main" id="{D47DBC2B-B2FA-49FF-B10A-1CA89217518E}"/>
                  </a:ext>
                </a:extLst>
              </p:cNvPr>
              <p:cNvSpPr/>
              <p:nvPr/>
            </p:nvSpPr>
            <p:spPr>
              <a:xfrm>
                <a:off x="77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grpSp>
        <p:grpSp>
          <p:nvGrpSpPr>
            <p:cNvPr id="37" name="Gruppieren 36">
              <a:extLst>
                <a:ext uri="{FF2B5EF4-FFF2-40B4-BE49-F238E27FC236}">
                  <a16:creationId xmlns:a16="http://schemas.microsoft.com/office/drawing/2014/main" id="{098DE64C-2F4B-878B-49E4-63A2EF9465C7}"/>
                </a:ext>
              </a:extLst>
            </p:cNvPr>
            <p:cNvGrpSpPr/>
            <p:nvPr/>
          </p:nvGrpSpPr>
          <p:grpSpPr>
            <a:xfrm>
              <a:off x="9000000" y="2700000"/>
              <a:ext cx="1440000" cy="900000"/>
              <a:chOff x="9359999" y="2700000"/>
              <a:chExt cx="1260001" cy="948600"/>
            </a:xfrm>
          </p:grpSpPr>
          <p:sp>
            <p:nvSpPr>
              <p:cNvPr id="27" name="Ø KONTEXT-TOKENS-graph-label">
                <a:extLst>
                  <a:ext uri="{FF2B5EF4-FFF2-40B4-BE49-F238E27FC236}">
                    <a16:creationId xmlns:a16="http://schemas.microsoft.com/office/drawing/2014/main" id="{5ADB093D-5CA8-470A-B582-671D3E476C43}"/>
                  </a:ext>
                </a:extLst>
              </p:cNvPr>
              <p:cNvSpPr/>
              <p:nvPr/>
            </p:nvSpPr>
            <p:spPr>
              <a:xfrm>
                <a:off x="93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802</a:t>
                </a:r>
              </a:p>
            </p:txBody>
          </p:sp>
        </p:grpSp>
        <p:sp>
          <p:nvSpPr>
            <p:cNvPr id="29" name="Ø KONTEXT-TOKENS-divider">
              <a:extLst>
                <a:ext uri="{FF2B5EF4-FFF2-40B4-BE49-F238E27FC236}">
                  <a16:creationId xmlns:a16="http://schemas.microsoft.com/office/drawing/2014/main" id="{145BFBDE-E6FD-49B8-BBC5-524B55F1BA5C}"/>
                </a:ext>
              </a:extLst>
            </p:cNvPr>
            <p:cNvSpPr/>
            <p:nvPr/>
          </p:nvSpPr>
          <p:spPr>
            <a:xfrm>
              <a:off x="900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p:nvPr/>
          </p:nvSpPr>
          <p:spPr>
            <a:xfrm>
              <a:off x="756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10 % </a:t>
              </a:r>
              <a:r>
                <a:rPr sz="1050" b="1" dirty="0" err="1">
                  <a:solidFill>
                    <a:srgbClr val="304554"/>
                  </a:solidFill>
                  <a:latin typeface="Arial"/>
                  <a:ea typeface="Arial"/>
                  <a:cs typeface="Arial"/>
                </a:rPr>
                <a:t>weniger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als</a:t>
              </a:r>
              <a:r>
                <a:rPr sz="1050" b="1" dirty="0">
                  <a:solidFill>
                    <a:srgbClr val="304554"/>
                  </a:solidFill>
                  <a:latin typeface="Arial"/>
                  <a:ea typeface="Arial"/>
                  <a:cs typeface="Arial"/>
                </a:rPr>
                <a:t> Semantic</a:t>
              </a:r>
            </a:p>
          </p:txBody>
        </p:sp>
      </p:gr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
        <p:nvSpPr>
          <p:cNvPr id="32" name="answer-takeaway">
            <a:extLst>
              <a:ext uri="{FF2B5EF4-FFF2-40B4-BE49-F238E27FC236}">
                <a16:creationId xmlns:a16="http://schemas.microsoft.com/office/drawing/2014/main" id="{3376AB4E-6BA1-5ED0-2685-40CC6EAA7E88}"/>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Retrieval ≠ Antwortqualität: Der richtige Artikel muss im Kontext sein – und korrekt genutzt werden.</a:t>
            </a:r>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dirty="0">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dirty="0">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a:t>
            </a:r>
          </a:p>
        </p:txBody>
      </p:sp>
    </p:spTree>
    <p:extLst>
      <p:ext uri="{BB962C8B-B14F-4D97-AF65-F5344CB8AC3E}">
        <p14:creationId xmlns:p14="http://schemas.microsoft.com/office/powerpoint/2010/main" val="114164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59999"/>
            <a:ext cx="3429000" cy="718031"/>
          </a:xfrm>
          <a:prstGeom prst="rect">
            <a:avLst/>
          </a:prstGeom>
          <a:noFill/>
          <a:ln w="0">
            <a:noFill/>
            <a:prstDash val="solid"/>
          </a:ln>
        </p:spPr>
        <p:txBody>
          <a:bodyPr anchor="ctr"/>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59999"/>
            <a:ext cx="5760000" cy="718025"/>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306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39999"/>
            <a:ext cx="3429000" cy="718043"/>
          </a:xfrm>
          <a:prstGeom prst="rect">
            <a:avLst/>
          </a:prstGeom>
          <a:noFill/>
          <a:ln w="0">
            <a:noFill/>
            <a:prstDash val="solid"/>
          </a:ln>
        </p:spPr>
        <p:txBody>
          <a:bodyPr anchor="ctr"/>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718024"/>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414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320000"/>
            <a:ext cx="3429000" cy="720000"/>
          </a:xfrm>
          <a:prstGeom prst="rect">
            <a:avLst/>
          </a:prstGeom>
          <a:noFill/>
          <a:ln w="0">
            <a:noFill/>
            <a:prstDash val="solid"/>
          </a:ln>
        </p:spPr>
        <p:txBody>
          <a:bodyPr anchor="ctr"/>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19999"/>
            <a:ext cx="5760000" cy="718011"/>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nchor="ctr"/>
          <a:lstStyle/>
          <a:p>
            <a:pPr algn="ctr"/>
            <a:r>
              <a:rPr lang="de-DE" b="1" dirty="0">
                <a:solidFill>
                  <a:srgbClr val="FFFFFF"/>
                </a:solidFil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14.08.2026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27</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4112</Words>
  <Application>Microsoft Office PowerPoint</Application>
  <PresentationFormat>Breitbild</PresentationFormat>
  <Paragraphs>639</Paragraphs>
  <Slides>27</Slides>
  <Notes>19</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27</vt:i4>
      </vt:variant>
    </vt:vector>
  </HeadingPairs>
  <TitlesOfParts>
    <vt:vector size="31" baseType="lpstr">
      <vt:lpstr>Arial</vt:lpstr>
      <vt:lpstr>Courier New</vt:lpstr>
      <vt:lpstr>AKROS</vt:lpstr>
      <vt:lpstr>think-cell Folie</vt:lpstr>
      <vt:lpstr>Retrieval-Augmented Generator (RAG)</vt:lpstr>
      <vt:lpstr>Agenda</vt:lpstr>
      <vt:lpstr>Was Ihr heute mitnehmen könnt</vt:lpstr>
      <vt:lpstr>Was ist RAG?</vt:lpstr>
      <vt:lpstr>Reine LLMs haben drei blinde Flecken</vt:lpstr>
      <vt:lpstr>RAG verschiebt die Aufgabe</vt:lpstr>
      <vt:lpstr>Vier Bausteine formen den LLM-Kontext</vt:lpstr>
      <vt:lpstr>Aufbau eines Full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69</cp:revision>
  <dcterms:created xsi:type="dcterms:W3CDTF">2026-08-04T12:09:36Z</dcterms:created>
  <dcterms:modified xsi:type="dcterms:W3CDTF">2026-08-14T07:22:22Z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