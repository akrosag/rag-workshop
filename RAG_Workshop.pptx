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90" r:id="rId5"/>
    <p:sldId id="279" r:id="rId6"/>
    <p:sldId id="296" r:id="rId7"/>
    <p:sldId id="301" r:id="rId8"/>
    <p:sldId id="263" r:id="rId9"/>
    <p:sldId id="317" r:id="rId10"/>
    <p:sldId id="319" r:id="rId11"/>
    <p:sldId id="266" r:id="rId12"/>
    <p:sldId id="307" r:id="rId13"/>
    <p:sldId id="322" r:id="rId14"/>
    <p:sldId id="323" r:id="rId15"/>
    <p:sldId id="324" r:id="rId16"/>
    <p:sldId id="325" r:id="rId17"/>
    <p:sldId id="308" r:id="rId18"/>
    <p:sldId id="326" r:id="rId19"/>
    <p:sldId id="256" r:id="rId20"/>
    <p:sldId id="313" r:id="rId21"/>
    <p:sldId id="327" r:id="rId22"/>
    <p:sldId id="320" r:id="rId23"/>
    <p:sldId id="321" r:id="rId24"/>
    <p:sldId id="271" r:id="rId25"/>
    <p:sldId id="272" r:id="rId26"/>
    <p:sldId id="274" r:id="rId27"/>
    <p:sldId id="275" r:id="rId28"/>
    <p:sldId id="276" r:id="rId29"/>
    <p:sldId id="295" r:id="rId30"/>
  </p:sldIdLst>
  <p:sldSz cx="12192000" cy="685800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23"/>
            <p14:sldId id="324"/>
            <p14:sldId id="325"/>
            <p14:sldId id="308"/>
            <p14:sldId id="326"/>
            <p14:sldId id="256"/>
            <p14:sldId id="313"/>
            <p14:sldId id="327"/>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75" d="100"/>
          <a:sy n="75" d="100"/>
        </p:scale>
        <p:origin x="327" y="2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tags" Target="../tags/tag2.xml"/><Relationship Id="rId13" Type="http://schemas.openxmlformats.org/officeDocument/2006/relationships/oleObject" Target="../embeddings/oleObject1.bin"/><Relationship Id="rId14" Type="http://schemas.openxmlformats.org/officeDocument/2006/relationships/image" Target="../media/image1.emf"/><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9.svg"/><Relationship Id="rId7" Type="http://schemas.openxmlformats.org/officeDocument/2006/relationships/image" Target="../media/image10.png"/><Relationship Id="rId8"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svg"/><Relationship Id="rId5" Type="http://schemas.openxmlformats.org/officeDocument/2006/relationships/image" Target="../media/image14.png"/><Relationship Id="rId6" Type="http://schemas.openxmlformats.org/officeDocument/2006/relationships/image" Target="../media/image15.svg"/><Relationship Id="rId7" Type="http://schemas.openxmlformats.org/officeDocument/2006/relationships/image" Target="../media/image16.png"/><Relationship Id="rId8" Type="http://schemas.openxmlformats.org/officeDocument/2006/relationships/image" Target="../media/image17.svg"/><Relationship Id="rId9" Type="http://schemas.openxmlformats.org/officeDocument/2006/relationships/image" Target="../media/image18.png"/><Relationship Id="rId10" Type="http://schemas.openxmlformats.org/officeDocument/2006/relationships/image" Target="../media/image19.svg"/><Relationship Id="rId11" Type="http://schemas.openxmlformats.org/officeDocument/2006/relationships/image" Target="../media/image20.png"/><Relationship Id="rId12" Type="http://schemas.openxmlformats.org/officeDocument/2006/relationships/image" Target="../media/image21.svg"/><Relationship Id="rId13" Type="http://schemas.openxmlformats.org/officeDocument/2006/relationships/image" Target="../media/image22.png"/><Relationship Id="rId14" Type="http://schemas.openxmlformats.org/officeDocument/2006/relationships/image" Target="../media/image23.svg"/><Relationship Id="rId15" Type="http://schemas.openxmlformats.org/officeDocument/2006/relationships/image" Target="../media/image24.png"/><Relationship Id="rId16" Type="http://schemas.openxmlformats.org/officeDocument/2006/relationships/image" Target="../media/image25.svg"/><Relationship Id="rId17" Type="http://schemas.openxmlformats.org/officeDocument/2006/relationships/image" Target="../media/image26.png"/><Relationship Id="rId18" Type="http://schemas.openxmlformats.org/officeDocument/2006/relationships/image" Target="../media/image27.svg"/><Relationship Id="rId19" Type="http://schemas.openxmlformats.org/officeDocument/2006/relationships/image" Target="../media/image28.png"/><Relationship Id="rId20" Type="http://schemas.openxmlformats.org/officeDocument/2006/relationships/image" Target="../media/image29.svg"/><Relationship Id="rId21" Type="http://schemas.openxmlformats.org/officeDocument/2006/relationships/image" Target="../media/image30.png"/><Relationship Id="rId22" Type="http://schemas.openxmlformats.org/officeDocument/2006/relationships/image" Target="../media/image31.svg"/><Relationship Id="rId23" Type="http://schemas.openxmlformats.org/officeDocument/2006/relationships/image" Target="../media/image32.png"/><Relationship Id="rId24" Type="http://schemas.openxmlformats.org/officeDocument/2006/relationships/image" Target="../media/image33.svg"/><Relationship Id="rId25" Type="http://schemas.openxmlformats.org/officeDocument/2006/relationships/image" Target="../media/image34.png"/><Relationship Id="rId26" Type="http://schemas.openxmlformats.org/officeDocument/2006/relationships/image" Target="../media/image35.svg"/><Relationship Id="rId27" Type="http://schemas.openxmlformats.org/officeDocument/2006/relationships/image" Target="../media/image36.png"/><Relationship Id="rId28" Type="http://schemas.openxmlformats.org/officeDocument/2006/relationships/image" Target="../media/image37.svg"/><Relationship Id="rId29" Type="http://schemas.openxmlformats.org/officeDocument/2006/relationships/image" Target="../media/image38.png"/><Relationship Id="rId30" Type="http://schemas.openxmlformats.org/officeDocument/2006/relationships/image" Target="../media/image3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6.png"/><Relationship Id="rId5" Type="http://schemas.openxmlformats.org/officeDocument/2006/relationships/image" Target="../media/image17.sv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12.png"/><Relationship Id="rId9" Type="http://schemas.openxmlformats.org/officeDocument/2006/relationships/image" Target="../media/image13.svg"/><Relationship Id="rId10" Type="http://schemas.openxmlformats.org/officeDocument/2006/relationships/image" Target="../media/image18.png"/><Relationship Id="rId11" Type="http://schemas.openxmlformats.org/officeDocument/2006/relationships/image" Target="../media/image19.svg"/><Relationship Id="rId12" Type="http://schemas.openxmlformats.org/officeDocument/2006/relationships/image" Target="../media/image20.png"/><Relationship Id="rId13" Type="http://schemas.openxmlformats.org/officeDocument/2006/relationships/image" Target="../media/image21.svg"/><Relationship Id="rId14" Type="http://schemas.openxmlformats.org/officeDocument/2006/relationships/image" Target="../media/image22.png"/><Relationship Id="rId15" Type="http://schemas.openxmlformats.org/officeDocument/2006/relationships/image" Target="../media/image23.svg"/><Relationship Id="rId16" Type="http://schemas.openxmlformats.org/officeDocument/2006/relationships/image" Target="../media/image24.png"/><Relationship Id="rId17" Type="http://schemas.openxmlformats.org/officeDocument/2006/relationships/image" Target="../media/image25.svg"/><Relationship Id="rId18" Type="http://schemas.openxmlformats.org/officeDocument/2006/relationships/image" Target="../media/image26.png"/><Relationship Id="rId19" Type="http://schemas.openxmlformats.org/officeDocument/2006/relationships/image" Target="../media/image27.svg"/><Relationship Id="rId20" Type="http://schemas.openxmlformats.org/officeDocument/2006/relationships/image" Target="../media/image28.png"/><Relationship Id="rId21" Type="http://schemas.openxmlformats.org/officeDocument/2006/relationships/image" Target="../media/image29.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30.png"/><Relationship Id="rId17" Type="http://schemas.openxmlformats.org/officeDocument/2006/relationships/image" Target="../media/image31.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2.png"/><Relationship Id="rId21" Type="http://schemas.openxmlformats.org/officeDocument/2006/relationships/image" Target="../media/image33.svg"/><Relationship Id="rId22" Type="http://schemas.openxmlformats.org/officeDocument/2006/relationships/image" Target="../media/image26.png"/><Relationship Id="rId23" Type="http://schemas.openxmlformats.org/officeDocument/2006/relationships/image" Target="../media/image27.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8.png"/><Relationship Id="rId25" Type="http://schemas.openxmlformats.org/officeDocument/2006/relationships/image" Target="../media/image39.svg"/><Relationship Id="rId26" Type="http://schemas.openxmlformats.org/officeDocument/2006/relationships/image" Target="../media/image34.png"/><Relationship Id="rId27" Type="http://schemas.openxmlformats.org/officeDocument/2006/relationships/image" Target="../media/image35.svg"/><Relationship Id="rId28" Type="http://schemas.openxmlformats.org/officeDocument/2006/relationships/image" Target="../media/image36.png"/><Relationship Id="rId29" Type="http://schemas.openxmlformats.org/officeDocument/2006/relationships/image" Target="../media/image37.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8.png"/><Relationship Id="rId25" Type="http://schemas.openxmlformats.org/officeDocument/2006/relationships/image" Target="../media/image39.svg"/><Relationship Id="rId26" Type="http://schemas.openxmlformats.org/officeDocument/2006/relationships/image" Target="../media/image34.png"/><Relationship Id="rId27" Type="http://schemas.openxmlformats.org/officeDocument/2006/relationships/image" Target="../media/image35.svg"/><Relationship Id="rId28" Type="http://schemas.openxmlformats.org/officeDocument/2006/relationships/image" Target="../media/image36.png"/><Relationship Id="rId29" Type="http://schemas.openxmlformats.org/officeDocument/2006/relationships/image" Target="../media/image3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40.png"/><Relationship Id="rId4" Type="http://schemas.openxmlformats.org/officeDocument/2006/relationships/image" Target="../media/image4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42.jpg"/><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720000" y="1620000"/>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7020000" y="1620000"/>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0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0000" y="5040000"/>
            <a:ext cx="612000" cy="6120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0000" y="504000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0000" y="540000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32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720000" y="4860000"/>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72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72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00000" y="4320000"/>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0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0000" y="4680000"/>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60000" y="4860000"/>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60000" y="4320000"/>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60000" y="5040000"/>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320000" y="2700000"/>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940771" y="2853888"/>
            <a:ext cx="2379228" cy="1286111"/>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39500" y="2853888"/>
            <a:ext cx="2641271" cy="1286111"/>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720000" y="4140000"/>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00000" y="4140000"/>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80000" y="4140000"/>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60000" y="4140000"/>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00000" y="4860000"/>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6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30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6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30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60000" y="1260000"/>
            <a:ext cx="11520000" cy="46800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60000" y="25200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20000" y="3060000"/>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32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20000" y="3060000"/>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300000" y="3060000"/>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0000" y="3060000"/>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50000"/>
            </a:srgbClr>
          </a:solidFill>
          <a:ln>
            <a:noFill/>
          </a:ln>
        </p:spPr>
        <p:txBody>
          <a:bodyPr/>
          <a:lstStyle/>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50000"/>
            </a:srgbClr>
          </a:solidFill>
          <a:ln>
            <a:noFill/>
          </a:ln>
        </p:spPr>
        <p:txBody>
          <a:bodyPr/>
          <a:lstStyle/>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50000"/>
            </a:srgbClr>
          </a:solidFill>
          <a:ln>
            <a:noFill/>
          </a:ln>
        </p:spPr>
        <p:txBody>
          <a:bodyPr/>
          <a:lstStyle/>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50000"/>
            </a:srgbClr>
          </a:solidFill>
          <a:ln>
            <a:noFill/>
          </a:ln>
        </p:spPr>
        <p:txBody>
          <a:bodyPr/>
          <a:lstStyle/>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06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0000" y="432000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90000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660000" y="2520000"/>
            <a:ext cx="4680000" cy="108000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9000000" y="3600000"/>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40000" y="3960000"/>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9000000" y="414000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80000" y="432000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60000" y="45000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900000" y="396000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20000" y="3060000"/>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900000" y="25200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60000" y="234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320000" y="234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6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60000" y="288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320000" y="288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6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780000" y="32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60000" y="342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320000" y="342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6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780000" y="378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60000" y="396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320000" y="396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60000" y="396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20000" y="234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180000" y="234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80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20000" y="288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180000" y="288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80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grpId="0" nodeType="withEffect" nodePh="1">
                                  <p:stCondLst>
                                    <p:cond delay="0"/>
                                  </p:stCondLst>
                                  <p:endCondLst>
                                    <p:cond evt="begin" delay="0">
                                      <p:tn val="35"/>
                                    </p:cond>
                                  </p:endCondLst>
                                  <p:childTnLst>
                                    <p:set>
                                      <p:cBhvr>
                                        <p:cTn id="36" dur="1" fill="hold">
                                          <p:stCondLst>
                                            <p:cond delay="0"/>
                                          </p:stCondLst>
                                        </p:cTn>
                                        <p:tgtEl>
                                          <p:spTgt spid="4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3"/>
                                        </p:tgtEl>
                                        <p:attrNameLst>
                                          <p:attrName>style.visibility</p:attrName>
                                        </p:attrNameLst>
                                      </p:cBhvr>
                                      <p:to>
                                        <p:strVal val="visible"/>
                                      </p:to>
                                    </p:set>
                                  </p:childTnLst>
                                </p:cTn>
                              </p:par>
                              <p:par>
                                <p:cTn id="75" presetID="1" presetClass="entr" presetSubtype="0" fill="hold" grpId="0" nodeType="withEffect" nodePh="1">
                                  <p:stCondLst>
                                    <p:cond delay="0"/>
                                  </p:stCondLst>
                                  <p:endCondLst>
                                    <p:cond evt="begin" delay="0">
                                      <p:tn val="75"/>
                                    </p:cond>
                                  </p:endCondLst>
                                  <p:childTnLst>
                                    <p:set>
                                      <p:cBhvr>
                                        <p:cTn id="76" dur="1" fill="hold">
                                          <p:stCondLst>
                                            <p:cond delay="0"/>
                                          </p:stCondLst>
                                        </p:cTn>
                                        <p:tgtEl>
                                          <p:spTgt spid="6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6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50000"/>
            </a:srgbClr>
          </a:solidFill>
          <a:ln>
            <a:noFill/>
          </a:ln>
        </p:spPr>
        <p:txBody>
          <a:bodyPr/>
          <a:lstStyle/>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90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26</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4084</Words>
  <Application>Microsoft Office PowerPoint</Application>
  <PresentationFormat>Breitbild</PresentationFormat>
  <Paragraphs>632</Paragraphs>
  <Slides>26</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26</vt:i4>
      </vt:variant>
    </vt:vector>
  </HeadingPairs>
  <TitlesOfParts>
    <vt:vector size="30"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Stufe 1 · Chat ohne RAG</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44</cp:revision>
  <dcterms:created xsi:type="dcterms:W3CDTF">2026-08-04T12:09:36Z</dcterms:created>
  <dcterms:modified xsi:type="dcterms:W3CDTF">2026-08-10T10:00:01Z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