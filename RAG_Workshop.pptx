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42.pn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49.sv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1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1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2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2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7"/>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8">
              <a:extLst>
                <a:ext uri="{96DAC541-7B7A-43D3-8B79-37D633B846F1}">
                  <ns6:svgBlip xmlns:ns6="http://schemas.microsoft.com/office/drawing/2016/SVG/main" r:embed="rId2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3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2">
              <a:extLst>
                <a:ext uri="{96DAC541-7B7A-43D3-8B79-37D633B846F1}">
                  <ns8:svgBlip xmlns:ns8="http://schemas.microsoft.com/office/drawing/2016/SVG/main" r:embed="rId3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3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2">
              <a:extLst>
                <a:ext uri="{96DAC541-7B7A-43D3-8B79-37D633B846F1}">
                  <ns10:svgBlip xmlns:ns10="http://schemas.microsoft.com/office/drawing/2016/SVG/main" r:embed="rId3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3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7"/>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39"/>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4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43"/>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17125"/>
            <a:ext cx="1800000" cy="272040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