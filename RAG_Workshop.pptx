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p:scale>
          <a:sx n="200" d="100"/>
          <a:sy n="200" d="100"/>
        </p:scale>
        <p:origin x="144" y="-290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42.pn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49.svg"/><Relationship Id="rId40" Type="http://schemas.openxmlformats.org/officeDocument/2006/relationships/image" Target="../media/image50.png"/><Relationship Id="rId41" Type="http://schemas.openxmlformats.org/officeDocument/2006/relationships/image" Target="../media/image51.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79887"/>
            <a:ext cx="360000" cy="887"/>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3780000" y="1879887"/>
            <a:ext cx="2160000" cy="817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2"/>
            <a:endCxn id="72" idx="0"/>
          </p:cNvCxnSpPr>
          <p:nvPr/>
        </p:nvCxnSpPr>
        <p:spPr>
          <a:xfrm>
            <a:off x="6660000" y="2321858"/>
            <a:ext cx="0" cy="31574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27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Raw Data Files</a:t>
              </a:r>
              <a:endParaRPr sz="1000"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2700">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1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270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Query</a:t>
              </a:r>
              <a:endParaRPr sz="1000"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1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27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2700">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Response</a:t>
              </a:r>
              <a:endParaRPr sz="1000"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2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Information Extraction</a:t>
              </a:r>
              <a:endParaRPr sz="1000"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1000"/>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a:solidFill>
                    <a:schemeClr val="bg2">
                      <a:lumMod val="10000"/>
                    </a:schemeClr>
                  </a:solidFill>
                </a:rPr>
                <a:t>Chunking</a:t>
              </a:r>
              <a:endParaRPr sz="1000"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2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5940000" y="1454258"/>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27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err="1">
                  <a:solidFill>
                    <a:schemeClr val="bg2">
                      <a:lumMod val="10000"/>
                    </a:schemeClr>
                  </a:solidFill>
                </a:rPr>
                <a:t>Embeddings</a:t>
              </a:r>
              <a:endParaRPr sz="1000"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7"/>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2700">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2700">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Vector Database</a:t>
              </a:r>
              <a:endParaRPr sz="1000"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28">
              <a:extLst>
                <a:ext uri="{96DAC541-7B7A-43D3-8B79-37D633B846F1}">
                  <ns6:svgBlip xmlns:ns6="http://schemas.microsoft.com/office/drawing/2016/SVG/main" r:embed="rId2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2700">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27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Relevant Data</a:t>
              </a:r>
              <a:endParaRPr sz="1000"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3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2700">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2">
              <a:extLst>
                <a:ext uri="{96DAC541-7B7A-43D3-8B79-37D633B846F1}">
                  <ns8:svgBlip xmlns:ns8="http://schemas.microsoft.com/office/drawing/2016/SVG/main" r:embed="rId3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LLM</a:t>
              </a:r>
              <a:endParaRPr sz="1000"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3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7" name="Gruppe Embedding LLM"/>
          <p:cNvGrpSpPr/>
          <p:nvPr/>
        </p:nvGrpSpPr>
        <p:grpSpPr>
          <a:xfrm>
            <a:off x="2340000" y="1446087"/>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Embedding LLM</a:t>
              </a:r>
              <a:endParaRPr sz="1000"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2">
              <a:extLst>
                <a:ext uri="{96DAC541-7B7A-43D3-8B79-37D633B846F1}">
                  <ns10:svgBlip xmlns:ns10="http://schemas.microsoft.com/office/drawing/2016/SVG/main" r:embed="rId3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27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Chunks</a:t>
              </a:r>
              <a:endParaRPr sz="1000"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4">
              <a:extLst>
                <a:ext uri="{96DAC541-7B7A-43D3-8B79-37D633B846F1}">
                  <ns11:svgBlip xmlns:ns11="http://schemas.microsoft.com/office/drawing/2016/SVG/main" r:embed="rId2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2700">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270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1000" dirty="0" err="1">
                  <a:solidFill>
                    <a:schemeClr val="bg2">
                      <a:lumMod val="10000"/>
                    </a:schemeClr>
                  </a:solidFill>
                </a:rPr>
                <a:t>Embeddings</a:t>
              </a:r>
              <a:endParaRPr sz="1000"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7"/>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2700">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Engine</a:t>
              </a:r>
              <a:endParaRPr sz="1000"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6">
              <a:extLst>
                <a:ext uri="{96DAC541-7B7A-43D3-8B79-37D633B846F1}">
                  <ns13:svgBlip xmlns:ns13="http://schemas.microsoft.com/office/drawing/2016/SVG/main" r:embed="rId37"/>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2700">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Graph Database</a:t>
              </a:r>
              <a:endParaRPr sz="1000"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38">
              <a:extLst>
                <a:ext uri="{96DAC541-7B7A-43D3-8B79-37D633B846F1}">
                  <ns14:svgBlip xmlns:ns14="http://schemas.microsoft.com/office/drawing/2016/SVG/main" r:embed="rId3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2700">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1000" dirty="0">
                  <a:solidFill>
                    <a:schemeClr val="bg2">
                      <a:lumMod val="10000"/>
                    </a:schemeClr>
                  </a:solidFill>
                </a:rPr>
                <a:t>Ranking</a:t>
              </a:r>
              <a:endParaRPr sz="1000"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0">
              <a:extLst>
                <a:ext uri="{96DAC541-7B7A-43D3-8B79-37D633B846F1}">
                  <ns15:svgBlip xmlns:ns15="http://schemas.microsoft.com/office/drawing/2016/SVG/main" r:embed="rId41"/>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1000"/>
            </a:p>
          </p:txBody>
        </p:sp>
      </p:grp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41</cp:revision>
  <dcterms:created xsi:type="dcterms:W3CDTF">2026-08-04T12:09:36Z</dcterms:created>
  <dcterms:modified xsi:type="dcterms:W3CDTF">2026-08-08T06:54:18Z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