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9400"/>
    <a:srgbClr val="2D3F4B"/>
    <a:srgbClr val="81725E"/>
    <a:srgbClr val="C3BBB2"/>
    <a:srgbClr val="C60C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1" d="100"/>
          <a:sy n="101" d="100"/>
        </p:scale>
        <p:origin x="120" y="25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pn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Raw Data Files</a:t>
              </a:r>
              <a:endParaRPr sz="1000"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78100"/>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chemeClr val="accent1">
                <a:alpha val="5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Query</a:t>
              </a:r>
              <a:endParaRPr sz="1000"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06225"/>
              <a:ext cx="468000" cy="468000"/>
            </a:xfrm>
            <a:prstGeom prst="rect">
              <a:avLst/>
            </a:prstGeom>
          </p:spPr>
        </p:pic>
        <p:sp>
          <p:nvSpPr>
            <p:cNvPr id="159" name="Gerader Verbinder 159"/>
            <p:cNvSpPr>
              <a:spLocks/>
            </p:cNvSpPr>
            <p:nvPr/>
          </p:nvSpPr>
          <p:spPr>
            <a:xfrm flipV="1">
              <a:off x="10196840" y="1859360"/>
              <a:ext cx="14400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chemeClr val="accent5">
                <a:alpha val="5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Response</a:t>
              </a:r>
              <a:endParaRPr sz="1000"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496779"/>
              <a:ext cx="468000" cy="468000"/>
            </a:xfrm>
            <a:prstGeom prst="rect">
              <a:avLst/>
            </a:prstGeom>
          </p:spPr>
        </p:pic>
        <p:sp>
          <p:nvSpPr>
            <p:cNvPr id="160" name="Gerader Verbinder 160"/>
            <p:cNvSpPr>
              <a:spLocks/>
            </p:cNvSpPr>
            <p:nvPr/>
          </p:nvSpPr>
          <p:spPr>
            <a:xfrm flipV="1">
              <a:off x="10196840" y="5449914"/>
              <a:ext cx="1440000"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Information Extraction</a:t>
              </a:r>
              <a:endParaRPr sz="1000"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87475"/>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1000"/>
            </a:p>
          </p:txBody>
        </p:sp>
      </p:grpSp>
      <p:grpSp>
        <p:nvGrpSpPr>
          <p:cNvPr id="50" name="Gruppieren 49">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a:solidFill>
                    <a:schemeClr val="bg2">
                      <a:lumMod val="10000"/>
                    </a:schemeClr>
                  </a:solidFill>
                </a:rPr>
                <a:t>Chunking</a:t>
              </a:r>
              <a:endParaRPr sz="1000"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096850"/>
              <a:ext cx="468000" cy="468000"/>
            </a:xfrm>
            <a:prstGeom prst="rect">
              <a:avLst/>
            </a:prstGeom>
          </p:spPr>
        </p:pic>
      </p:grpSp>
      <p:grpSp>
        <p:nvGrpSpPr>
          <p:cNvPr id="151" name="Gruppe Embedding"/>
          <p:cNvGrpSpPr/>
          <p:nvPr/>
        </p:nvGrpSpPr>
        <p:grpSpPr>
          <a:xfrm>
            <a:off x="5940000" y="1454258"/>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err="1">
                  <a:solidFill>
                    <a:schemeClr val="bg2">
                      <a:lumMod val="10000"/>
                    </a:schemeClr>
                  </a:solidFill>
                </a:rPr>
                <a:t>Embeddings</a:t>
              </a:r>
              <a:endParaRPr sz="1000"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13509"/>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Vector Database</a:t>
              </a:r>
              <a:endParaRPr sz="1000"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11591"/>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Relevant Data</a:t>
              </a:r>
              <a:endParaRPr sz="1000"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496779"/>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06225"/>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7" name="Gruppieren 26">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LLM</a:t>
              </a:r>
              <a:endParaRPr sz="10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496779"/>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p:cNvCxnSpPr>
          <p:nvPr/>
        </p:nvCxnSpPr>
        <p:spPr>
          <a:xfrm flipV="1">
            <a:off x="540000" y="2313687"/>
            <a:ext cx="1777931" cy="270516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cxnSpLocks/>
            <a:stCxn id="54" idx="3"/>
          </p:cNvCxnSpPr>
          <p:nvPr/>
        </p:nvCxnSpPr>
        <p:spPr>
          <a:xfrm flipH="1">
            <a:off x="6114751" y="1888058"/>
            <a:ext cx="1265249" cy="783787"/>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385158"/>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099016" y="1881188"/>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2787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cxnSpLocks/>
            <a:stCxn id="18" idx="1"/>
          </p:cNvCxnSpPr>
          <p:nvPr/>
        </p:nvCxnSpPr>
        <p:spPr>
          <a:xfrm flipH="1">
            <a:off x="8699090" y="1883739"/>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79887"/>
            <a:ext cx="360000" cy="887"/>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340000" y="1446087"/>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06225"/>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3780000" y="1879887"/>
            <a:ext cx="2160000" cy="817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endCxn id="72" idx="0"/>
          </p:cNvCxnSpPr>
          <p:nvPr/>
        </p:nvCxnSpPr>
        <p:spPr>
          <a:xfrm>
            <a:off x="6647379" y="2321858"/>
            <a:ext cx="12621" cy="31574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Chunks</a:t>
              </a:r>
              <a:endParaRPr sz="1000"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3"/>
            <a:stretch>
              <a:fillRect/>
            </a:stretch>
          </p:blipFill>
          <p:spPr>
            <a:xfrm flipH="1">
              <a:off x="1137126" y="1906225"/>
              <a:ext cx="401555"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39" name="Gruppieren 38">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err="1">
                  <a:solidFill>
                    <a:schemeClr val="bg2">
                      <a:lumMod val="10000"/>
                    </a:schemeClr>
                  </a:solidFill>
                </a:rPr>
                <a:t>Embeddings</a:t>
              </a:r>
              <a:endParaRPr sz="10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29955"/>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3" name="Gruppe Embedding LLM">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Engine</a:t>
              </a:r>
              <a:endParaRPr sz="1000"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06225"/>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2" name="Gruppe Vector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Database</a:t>
              </a:r>
              <a:endParaRPr sz="1000"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11591"/>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0" name="Gruppe Embedding LLM">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Ranking</a:t>
              </a:r>
              <a:endParaRPr sz="1000"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06225"/>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40</cp:revision>
  <dcterms:created xsi:type="dcterms:W3CDTF">2026-08-04T12:09:36Z</dcterms:created>
  <dcterms:modified xsi:type="dcterms:W3CDTF">2026-08-07T16:52:06Z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