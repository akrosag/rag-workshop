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p:scale>
          <a:sx n="150" d="100"/>
          <a:sy n="150" d="100"/>
        </p:scale>
        <p:origin x="108" y="-109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3584" y="5503383"/>
            <a:ext cx="415070" cy="480063"/>
          </a:xfrm>
          <a:prstGeom prst="rect">
            <a:avLst/>
          </a:prstGeom>
        </p:spPr>
      </p:pic>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a:off x="10611917" y="1867303"/>
            <a:ext cx="609864"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287000" y="516217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596787" y="5445851"/>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p:cNvSpPr>
          <p:nvPr/>
        </p:nvSpPr>
        <p:spPr>
          <a:xfrm>
            <a:off x="10274379" y="5180858"/>
            <a:ext cx="1259680" cy="276999"/>
          </a:xfrm>
          <a:prstGeom prst="rect">
            <a:avLst/>
          </a:prstGeom>
          <a:noFill/>
        </p:spPr>
        <p:txBody>
          <a:bodyPr wrap="square">
            <a:spAutoFit/>
          </a:bodyPr>
          <a:lstStyle/>
          <a:p>
            <a:pPr algn="ctr">
              <a:buNone/>
            </a:pPr>
            <a:r>
              <a:rPr sz="1200">
                <a:solidFill>
                  <a:schemeClr val="bg1"/>
                </a:solidFill>
              </a:rPr>
              <a:t>Response</a:t>
            </a:r>
          </a:p>
        </p:txBody>
      </p:sp>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513827"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09228"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p:cNvSpPr>
          <p:nvPr/>
        </p:nvSpPr>
        <p:spPr>
          <a:xfrm>
            <a:off x="501206"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513827"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Textfeld 60">
            <a:extLst>
              <a:ext uri="{FF2B5EF4-FFF2-40B4-BE49-F238E27FC236}">
                <a16:creationId xmlns:a16="http://schemas.microsoft.com/office/drawing/2014/main" id="{9300C327-65D2-42BB-19E9-6CBA235D48A3}"/>
              </a:ext>
            </a:extLst>
          </p:cNvPr>
          <p:cNvSpPr>
            <a:spLocks/>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701754" y="3054904"/>
            <a:ext cx="1272301"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99404"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87815" y="1917819"/>
            <a:ext cx="482858" cy="509226"/>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p:cNvSpPr>
          <p:nvPr/>
        </p:nvSpPr>
        <p:spPr>
          <a:xfrm>
            <a:off x="5086783"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99404" y="1874587"/>
            <a:ext cx="1259680" cy="122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60" name="Rechteck: abgerundete Ecken 59">
            <a:extLst>
              <a:ext uri="{FF2B5EF4-FFF2-40B4-BE49-F238E27FC236}">
                <a16:creationId xmlns:a16="http://schemas.microsoft.com/office/drawing/2014/main" id="{0F97695A-AB9E-12B2-E874-0BCD324FB8A7}"/>
              </a:ext>
            </a:extLst>
          </p:cNvPr>
          <p:cNvSpPr>
            <a:spLocks/>
          </p:cNvSpPr>
          <p:nvPr/>
        </p:nvSpPr>
        <p:spPr>
          <a:xfrm>
            <a:off x="8096250" y="2776991"/>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084965"/>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p:cNvSpPr>
          <p:nvPr/>
        </p:nvSpPr>
        <p:spPr>
          <a:xfrm>
            <a:off x="8083629" y="2795670"/>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p:cNvSpPr>
          <p:nvPr/>
        </p:nvSpPr>
        <p:spPr>
          <a:xfrm flipV="1">
            <a:off x="8096250" y="3072669"/>
            <a:ext cx="1259680" cy="12296"/>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95875" y="2776991"/>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40897" y="3157787"/>
            <a:ext cx="560002" cy="485980"/>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p:cNvSpPr>
          <p:nvPr/>
        </p:nvSpPr>
        <p:spPr>
          <a:xfrm>
            <a:off x="5083254" y="2795670"/>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95875" y="3081420"/>
            <a:ext cx="1252223"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95875" y="5162179"/>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65621" y="5429497"/>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p:cNvSpPr>
          <p:nvPr/>
        </p:nvSpPr>
        <p:spPr>
          <a:xfrm>
            <a:off x="5083254" y="5180858"/>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83254" y="5457857"/>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8086202"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53013" y="1893252"/>
            <a:ext cx="533792" cy="541782"/>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p:cNvSpPr>
          <p:nvPr/>
        </p:nvSpPr>
        <p:spPr>
          <a:xfrm>
            <a:off x="8040401"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8086202"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96250" y="516217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7495" y="5457857"/>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p:cNvSpPr>
          <p:nvPr/>
        </p:nvSpPr>
        <p:spPr>
          <a:xfrm>
            <a:off x="8155543" y="5208159"/>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83629" y="5450740"/>
            <a:ext cx="1272301" cy="711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400"/>
            <a:ext cx="6311"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04939"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595567"/>
            <a:ext cx="174069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5162179"/>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210379"/>
            <a:ext cx="174069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55058"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86583" y="3154111"/>
            <a:ext cx="515265" cy="403725"/>
          </a:xfrm>
          <a:prstGeom prst="rect">
            <a:avLst/>
          </a:prstGeom>
        </p:spPr>
      </p:pic>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67744" y="2005013"/>
            <a:ext cx="906332"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70221" y="1910325"/>
            <a:ext cx="475124" cy="482236"/>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45" name="Textfeld 144">
            <a:extLst>
              <a:ext uri="{FF2B5EF4-FFF2-40B4-BE49-F238E27FC236}">
                <a16:creationId xmlns:a16="http://schemas.microsoft.com/office/drawing/2014/main" id="{8C156430-C202-53BD-8023-A0D5C9A9CCB0}"/>
              </a:ext>
            </a:extLst>
          </p:cNvPr>
          <p:cNvSpPr txBox="1"/>
          <p:nvPr/>
        </p:nvSpPr>
        <p:spPr>
          <a:xfrm>
            <a:off x="6838721" y="5342499"/>
            <a:ext cx="922500" cy="276999"/>
          </a:xfrm>
          <a:prstGeom prst="rect">
            <a:avLst/>
          </a:prstGeom>
          <a:noFill/>
        </p:spPr>
        <p:txBody>
          <a:bodyPr wrap="square" rtlCol="0">
            <a:spAutoFit/>
          </a:bodyPr>
          <a:lstStyle/>
          <a:p>
            <a:r>
              <a:rPr lang="de-CH" sz="1200" dirty="0" err="1"/>
              <a:t>Context</a:t>
            </a:r>
            <a:endParaRPr lang="de-CH" sz="1200" dirty="0"/>
          </a:p>
        </p:txBody>
      </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133756" y="2005013"/>
            <a:ext cx="965648"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355930" y="5595567"/>
            <a:ext cx="93107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345882" y="2005013"/>
            <a:ext cx="94111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67" idx="0"/>
          </p:cNvCxnSpPr>
          <p:nvPr/>
        </p:nvCxnSpPr>
        <p:spPr>
          <a:xfrm flipH="1">
            <a:off x="8713469" y="2435034"/>
            <a:ext cx="6440" cy="36063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6" idx="2"/>
            <a:endCxn id="72" idx="0"/>
          </p:cNvCxnSpPr>
          <p:nvPr/>
        </p:nvCxnSpPr>
        <p:spPr>
          <a:xfrm flipH="1">
            <a:off x="5725715" y="2427045"/>
            <a:ext cx="3529" cy="34994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flipH="1">
            <a:off x="5713094" y="3643767"/>
            <a:ext cx="7804"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708064"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3" name="Textfeld 171">
            <a:extLst>
              <a:ext uri="{FF2B5EF4-FFF2-40B4-BE49-F238E27FC236}">
                <a16:creationId xmlns:a16="http://schemas.microsoft.com/office/drawing/2014/main" id="{94B0B414-3457-95E7-777A-E27F72556F9D}"/>
              </a:ext>
            </a:extLst>
          </p:cNvPr>
          <p:cNvSpPr>
            <a:spLocks/>
          </p:cNvSpPr>
          <p:nvPr/>
        </p:nvSpPr>
        <p:spPr>
          <a:xfrm>
            <a:off x="708064" y="1590304"/>
            <a:ext cx="1259680" cy="276999"/>
          </a:xfrm>
          <a:prstGeom prst="rect">
            <a:avLst/>
          </a:prstGeom>
          <a:noFill/>
        </p:spPr>
        <p:txBody>
          <a:bodyPr wrap="square">
            <a:spAutoFit/>
          </a:bodyPr>
          <a:lstStyle/>
          <a:p>
            <a:pPr algn="ctr">
              <a:buNone/>
            </a:pPr>
            <a:r>
              <a:rPr sz="1200" dirty="0"/>
              <a:t>Chunks</a:t>
            </a: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10374" y="1881733"/>
            <a:ext cx="455061" cy="530359"/>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708064" y="1864279"/>
            <a:ext cx="1259680" cy="302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3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60"/>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3"/>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7"/>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8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8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8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1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102"/>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04"/>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05"/>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4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37" grpId="0" animBg="1"/>
      <p:bldP spid="139" grpId="0"/>
      <p:bldP spid="140" grpId="0" animBg="1"/>
      <p:bldP spid="145" grpId="0"/>
      <p:bldP spid="121" grpId="0" animBg="1"/>
      <p:bldP spid="123" grpId="0"/>
      <p:bldP spid="1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3966</Words>
  <Application>Microsoft Office PowerPoint</Application>
  <PresentationFormat>Breitbild</PresentationFormat>
  <Paragraphs>563</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30</cp:revision>
  <dcterms:created xsi:type="dcterms:W3CDTF">2026-08-04T12:09:36Z</dcterms:created>
  <dcterms:modified xsi:type="dcterms:W3CDTF">2026-08-07T14:05:41Z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