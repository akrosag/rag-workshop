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90" r:id="rId5"/>
    <p:sldId id="279" r:id="rId6"/>
    <p:sldId id="296" r:id="rId7"/>
    <p:sldId id="301" r:id="rId8"/>
    <p:sldId id="263" r:id="rId9"/>
    <p:sldId id="317" r:id="rId10"/>
    <p:sldId id="319" r:id="rId11"/>
    <p:sldId id="266" r:id="rId12"/>
    <p:sldId id="307" r:id="rId13"/>
    <p:sldId id="322" r:id="rId14"/>
    <p:sldId id="323" r:id="rId15"/>
    <p:sldId id="324" r:id="rId16"/>
    <p:sldId id="325" r:id="rId17"/>
    <p:sldId id="308" r:id="rId18"/>
    <p:sldId id="326" r:id="rId19"/>
    <p:sldId id="256" r:id="rId20"/>
    <p:sldId id="313" r:id="rId21"/>
    <p:sldId id="327" r:id="rId22"/>
    <p:sldId id="320" r:id="rId23"/>
    <p:sldId id="321" r:id="rId24"/>
    <p:sldId id="271" r:id="rId25"/>
    <p:sldId id="272" r:id="rId26"/>
    <p:sldId id="274" r:id="rId27"/>
    <p:sldId id="275" r:id="rId28"/>
    <p:sldId id="276" r:id="rId29"/>
    <p:sldId id="295" r:id="rId30"/>
  </p:sldIdLst>
  <p:sldSz cx="12192000" cy="685800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23"/>
            <p14:sldId id="324"/>
            <p14:sldId id="325"/>
            <p14:sldId id="308"/>
            <p14:sldId id="326"/>
            <p14:sldId id="256"/>
            <p14:sldId id="313"/>
            <p14:sldId id="327"/>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75" d="100"/>
          <a:sy n="75" d="100"/>
        </p:scale>
        <p:origin x="327" y="2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gs" Target="tags/tag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png"/><Relationship Id="rId18" Type="http://schemas.openxmlformats.org/officeDocument/2006/relationships/image" Target="../media/image27.svg"/><Relationship Id="rId26" Type="http://schemas.openxmlformats.org/officeDocument/2006/relationships/image" Target="../media/image35.sv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png"/><Relationship Id="rId25" Type="http://schemas.openxmlformats.org/officeDocument/2006/relationships/image" Target="../media/image34.png"/><Relationship Id="rId2" Type="http://schemas.openxmlformats.org/officeDocument/2006/relationships/notesSlide" Target="../notesSlides/notesSlide7.xml"/><Relationship Id="rId16" Type="http://schemas.openxmlformats.org/officeDocument/2006/relationships/image" Target="../media/image25.svg"/><Relationship Id="rId20" Type="http://schemas.openxmlformats.org/officeDocument/2006/relationships/image" Target="../media/image29.svg"/><Relationship Id="rId29" Type="http://schemas.openxmlformats.org/officeDocument/2006/relationships/image" Target="../media/image38.pn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0.png"/><Relationship Id="rId24" Type="http://schemas.openxmlformats.org/officeDocument/2006/relationships/image" Target="../media/image33.svg"/><Relationship Id="rId5" Type="http://schemas.openxmlformats.org/officeDocument/2006/relationships/image" Target="../media/image14.png"/><Relationship Id="rId15" Type="http://schemas.openxmlformats.org/officeDocument/2006/relationships/image" Target="../media/image24.png"/><Relationship Id="rId23" Type="http://schemas.openxmlformats.org/officeDocument/2006/relationships/image" Target="../media/image32.png"/><Relationship Id="rId28" Type="http://schemas.openxmlformats.org/officeDocument/2006/relationships/image" Target="../media/image37.svg"/><Relationship Id="rId10" Type="http://schemas.openxmlformats.org/officeDocument/2006/relationships/image" Target="../media/image19.svg"/><Relationship Id="rId19" Type="http://schemas.openxmlformats.org/officeDocument/2006/relationships/image" Target="../media/image28.png"/><Relationship Id="rId4" Type="http://schemas.openxmlformats.org/officeDocument/2006/relationships/image" Target="../media/image13.svg"/><Relationship Id="rId9" Type="http://schemas.openxmlformats.org/officeDocument/2006/relationships/image" Target="../media/image18.png"/><Relationship Id="rId14" Type="http://schemas.openxmlformats.org/officeDocument/2006/relationships/image" Target="../media/image23.svg"/><Relationship Id="rId22" Type="http://schemas.openxmlformats.org/officeDocument/2006/relationships/image" Target="../media/image31.svg"/><Relationship Id="rId27" Type="http://schemas.openxmlformats.org/officeDocument/2006/relationships/image" Target="../media/image36.png"/><Relationship Id="rId30" Type="http://schemas.openxmlformats.org/officeDocument/2006/relationships/image" Target="../media/image3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31.svg"/><Relationship Id="rId2" Type="http://schemas.openxmlformats.org/officeDocument/2006/relationships/image" Target="../media/image14.png"/><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17.sv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svg"/><Relationship Id="rId18" Type="http://schemas.openxmlformats.org/officeDocument/2006/relationships/image" Target="../media/image28.png"/><Relationship Id="rId3" Type="http://schemas.openxmlformats.org/officeDocument/2006/relationships/image" Target="../media/image13.svg"/><Relationship Id="rId21" Type="http://schemas.openxmlformats.org/officeDocument/2006/relationships/image" Target="../media/image33.svg"/><Relationship Id="rId7" Type="http://schemas.openxmlformats.org/officeDocument/2006/relationships/image" Target="../media/image17.svg"/><Relationship Id="rId12" Type="http://schemas.openxmlformats.org/officeDocument/2006/relationships/image" Target="../media/image22.png"/><Relationship Id="rId17" Type="http://schemas.openxmlformats.org/officeDocument/2006/relationships/image" Target="../media/image31.svg"/><Relationship Id="rId2" Type="http://schemas.openxmlformats.org/officeDocument/2006/relationships/image" Target="../media/image12.png"/><Relationship Id="rId16" Type="http://schemas.openxmlformats.org/officeDocument/2006/relationships/image" Target="../media/image30.png"/><Relationship Id="rId20" Type="http://schemas.openxmlformats.org/officeDocument/2006/relationships/image" Target="../media/image3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svg"/><Relationship Id="rId5" Type="http://schemas.openxmlformats.org/officeDocument/2006/relationships/image" Target="../media/image15.svg"/><Relationship Id="rId15" Type="http://schemas.openxmlformats.org/officeDocument/2006/relationships/image" Target="../media/image25.svg"/><Relationship Id="rId10" Type="http://schemas.openxmlformats.org/officeDocument/2006/relationships/image" Target="../media/image20.png"/><Relationship Id="rId19" Type="http://schemas.openxmlformats.org/officeDocument/2006/relationships/image" Target="../media/image29.svg"/><Relationship Id="rId4" Type="http://schemas.openxmlformats.org/officeDocument/2006/relationships/image" Target="../media/image14.png"/><Relationship Id="rId9" Type="http://schemas.openxmlformats.org/officeDocument/2006/relationships/image" Target="../media/image19.svg"/><Relationship Id="rId14" Type="http://schemas.openxmlformats.org/officeDocument/2006/relationships/image" Target="../media/image24.png"/></Relationships>
</file>

<file path=ppt/slides/_rels/slide13.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svg"/><Relationship Id="rId18" Type="http://schemas.openxmlformats.org/officeDocument/2006/relationships/image" Target="../media/image28.png"/><Relationship Id="rId3" Type="http://schemas.openxmlformats.org/officeDocument/2006/relationships/image" Target="../media/image13.svg"/><Relationship Id="rId21" Type="http://schemas.openxmlformats.org/officeDocument/2006/relationships/image" Target="../media/image31.svg"/><Relationship Id="rId7" Type="http://schemas.openxmlformats.org/officeDocument/2006/relationships/image" Target="../media/image17.svg"/><Relationship Id="rId12" Type="http://schemas.openxmlformats.org/officeDocument/2006/relationships/image" Target="../media/image22.png"/><Relationship Id="rId17" Type="http://schemas.openxmlformats.org/officeDocument/2006/relationships/image" Target="../media/image27.svg"/><Relationship Id="rId25" Type="http://schemas.openxmlformats.org/officeDocument/2006/relationships/image" Target="../media/image39.svg"/><Relationship Id="rId2" Type="http://schemas.openxmlformats.org/officeDocument/2006/relationships/image" Target="../media/image12.png"/><Relationship Id="rId16" Type="http://schemas.openxmlformats.org/officeDocument/2006/relationships/image" Target="../media/image26.png"/><Relationship Id="rId20" Type="http://schemas.openxmlformats.org/officeDocument/2006/relationships/image" Target="../media/image30.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svg"/><Relationship Id="rId24" Type="http://schemas.openxmlformats.org/officeDocument/2006/relationships/image" Target="../media/image38.png"/><Relationship Id="rId5" Type="http://schemas.openxmlformats.org/officeDocument/2006/relationships/image" Target="../media/image15.svg"/><Relationship Id="rId15" Type="http://schemas.openxmlformats.org/officeDocument/2006/relationships/image" Target="../media/image25.svg"/><Relationship Id="rId23" Type="http://schemas.openxmlformats.org/officeDocument/2006/relationships/image" Target="../media/image33.svg"/><Relationship Id="rId10" Type="http://schemas.openxmlformats.org/officeDocument/2006/relationships/image" Target="../media/image20.png"/><Relationship Id="rId19" Type="http://schemas.openxmlformats.org/officeDocument/2006/relationships/image" Target="../media/image29.svg"/><Relationship Id="rId4" Type="http://schemas.openxmlformats.org/officeDocument/2006/relationships/image" Target="../media/image14.png"/><Relationship Id="rId9" Type="http://schemas.openxmlformats.org/officeDocument/2006/relationships/image" Target="../media/image19.svg"/><Relationship Id="rId14" Type="http://schemas.openxmlformats.org/officeDocument/2006/relationships/image" Target="../media/image24.png"/><Relationship Id="rId22" Type="http://schemas.openxmlformats.org/officeDocument/2006/relationships/image" Target="../media/image3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svg"/><Relationship Id="rId18" Type="http://schemas.openxmlformats.org/officeDocument/2006/relationships/image" Target="../media/image28.png"/><Relationship Id="rId3" Type="http://schemas.openxmlformats.org/officeDocument/2006/relationships/image" Target="../media/image13.svg"/><Relationship Id="rId21" Type="http://schemas.openxmlformats.org/officeDocument/2006/relationships/image" Target="../media/image31.svg"/><Relationship Id="rId7" Type="http://schemas.openxmlformats.org/officeDocument/2006/relationships/image" Target="../media/image17.svg"/><Relationship Id="rId12" Type="http://schemas.openxmlformats.org/officeDocument/2006/relationships/image" Target="../media/image22.png"/><Relationship Id="rId17" Type="http://schemas.openxmlformats.org/officeDocument/2006/relationships/image" Target="../media/image27.svg"/><Relationship Id="rId25" Type="http://schemas.openxmlformats.org/officeDocument/2006/relationships/image" Target="../media/image39.svg"/><Relationship Id="rId2" Type="http://schemas.openxmlformats.org/officeDocument/2006/relationships/image" Target="../media/image12.png"/><Relationship Id="rId16" Type="http://schemas.openxmlformats.org/officeDocument/2006/relationships/image" Target="../media/image26.png"/><Relationship Id="rId20" Type="http://schemas.openxmlformats.org/officeDocument/2006/relationships/image" Target="../media/image30.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svg"/><Relationship Id="rId24" Type="http://schemas.openxmlformats.org/officeDocument/2006/relationships/image" Target="../media/image38.png"/><Relationship Id="rId5" Type="http://schemas.openxmlformats.org/officeDocument/2006/relationships/image" Target="../media/image15.svg"/><Relationship Id="rId15" Type="http://schemas.openxmlformats.org/officeDocument/2006/relationships/image" Target="../media/image25.svg"/><Relationship Id="rId23" Type="http://schemas.openxmlformats.org/officeDocument/2006/relationships/image" Target="../media/image33.svg"/><Relationship Id="rId10" Type="http://schemas.openxmlformats.org/officeDocument/2006/relationships/image" Target="../media/image20.png"/><Relationship Id="rId19" Type="http://schemas.openxmlformats.org/officeDocument/2006/relationships/image" Target="../media/image29.svg"/><Relationship Id="rId4" Type="http://schemas.openxmlformats.org/officeDocument/2006/relationships/image" Target="../media/image14.png"/><Relationship Id="rId9" Type="http://schemas.openxmlformats.org/officeDocument/2006/relationships/image" Target="../media/image19.svg"/><Relationship Id="rId14" Type="http://schemas.openxmlformats.org/officeDocument/2006/relationships/image" Target="../media/image24.png"/><Relationship Id="rId22"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svg"/><Relationship Id="rId18" Type="http://schemas.openxmlformats.org/officeDocument/2006/relationships/image" Target="../media/image28.png"/><Relationship Id="rId26" Type="http://schemas.openxmlformats.org/officeDocument/2006/relationships/image" Target="../media/image36.png"/><Relationship Id="rId3" Type="http://schemas.openxmlformats.org/officeDocument/2006/relationships/image" Target="../media/image13.svg"/><Relationship Id="rId21" Type="http://schemas.openxmlformats.org/officeDocument/2006/relationships/image" Target="../media/image31.svg"/><Relationship Id="rId7" Type="http://schemas.openxmlformats.org/officeDocument/2006/relationships/image" Target="../media/image17.svg"/><Relationship Id="rId12" Type="http://schemas.openxmlformats.org/officeDocument/2006/relationships/image" Target="../media/image22.png"/><Relationship Id="rId17" Type="http://schemas.openxmlformats.org/officeDocument/2006/relationships/image" Target="../media/image27.svg"/><Relationship Id="rId25" Type="http://schemas.openxmlformats.org/officeDocument/2006/relationships/image" Target="../media/image35.svg"/><Relationship Id="rId2" Type="http://schemas.openxmlformats.org/officeDocument/2006/relationships/image" Target="../media/image12.png"/><Relationship Id="rId16" Type="http://schemas.openxmlformats.org/officeDocument/2006/relationships/image" Target="../media/image26.png"/><Relationship Id="rId20" Type="http://schemas.openxmlformats.org/officeDocument/2006/relationships/image" Target="../media/image30.png"/><Relationship Id="rId29" Type="http://schemas.openxmlformats.org/officeDocument/2006/relationships/image" Target="../media/image39.sv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svg"/><Relationship Id="rId24" Type="http://schemas.openxmlformats.org/officeDocument/2006/relationships/image" Target="../media/image34.png"/><Relationship Id="rId5" Type="http://schemas.openxmlformats.org/officeDocument/2006/relationships/image" Target="../media/image15.svg"/><Relationship Id="rId15" Type="http://schemas.openxmlformats.org/officeDocument/2006/relationships/image" Target="../media/image25.svg"/><Relationship Id="rId23" Type="http://schemas.openxmlformats.org/officeDocument/2006/relationships/image" Target="../media/image33.svg"/><Relationship Id="rId28" Type="http://schemas.openxmlformats.org/officeDocument/2006/relationships/image" Target="../media/image38.png"/><Relationship Id="rId10" Type="http://schemas.openxmlformats.org/officeDocument/2006/relationships/image" Target="../media/image20.png"/><Relationship Id="rId19" Type="http://schemas.openxmlformats.org/officeDocument/2006/relationships/image" Target="../media/image29.svg"/><Relationship Id="rId4" Type="http://schemas.openxmlformats.org/officeDocument/2006/relationships/image" Target="../media/image14.png"/><Relationship Id="rId9" Type="http://schemas.openxmlformats.org/officeDocument/2006/relationships/image" Target="../media/image19.sv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0000" y="5040000"/>
            <a:ext cx="612000" cy="6120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1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1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1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1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1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1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1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1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1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1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1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1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grpId="0" nodeType="withEffect" nodePh="1">
                                  <p:stCondLst>
                                    <p:cond delay="0"/>
                                  </p:stCondLst>
                                  <p:endCondLst>
                                    <p:cond evt="begin" delay="0">
                                      <p:tn val="35"/>
                                    </p:cond>
                                  </p:endCondLst>
                                  <p:childTnLst>
                                    <p:set>
                                      <p:cBhvr>
                                        <p:cTn id="36" dur="1" fill="hold">
                                          <p:stCondLst>
                                            <p:cond delay="0"/>
                                          </p:stCondLst>
                                        </p:cTn>
                                        <p:tgtEl>
                                          <p:spTgt spid="4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3"/>
                                        </p:tgtEl>
                                        <p:attrNameLst>
                                          <p:attrName>style.visibility</p:attrName>
                                        </p:attrNameLst>
                                      </p:cBhvr>
                                      <p:to>
                                        <p:strVal val="visible"/>
                                      </p:to>
                                    </p:set>
                                  </p:childTnLst>
                                </p:cTn>
                              </p:par>
                              <p:par>
                                <p:cTn id="75" presetID="1" presetClass="entr" presetSubtype="0" fill="hold" grpId="0" nodeType="withEffect" nodePh="1">
                                  <p:stCondLst>
                                    <p:cond delay="0"/>
                                  </p:stCondLst>
                                  <p:endCondLst>
                                    <p:cond evt="begin" delay="0">
                                      <p:tn val="75"/>
                                    </p:cond>
                                  </p:endCondLst>
                                  <p:childTnLst>
                                    <p:set>
                                      <p:cBhvr>
                                        <p:cTn id="76" dur="1" fill="hold">
                                          <p:stCondLst>
                                            <p:cond delay="0"/>
                                          </p:stCondLst>
                                        </p:cTn>
                                        <p:tgtEl>
                                          <p:spTgt spid="6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6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1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4084</Words>
  <Application>Microsoft Office PowerPoint</Application>
  <PresentationFormat>Breitbild</PresentationFormat>
  <Paragraphs>632</Paragraphs>
  <Slides>26</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26</vt:i4>
      </vt:variant>
    </vt:vector>
  </HeadingPairs>
  <TitlesOfParts>
    <vt:vector size="30"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Stufe 1 · Chat ohne RAG</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44</cp:revision>
  <dcterms:created xsi:type="dcterms:W3CDTF">2026-08-04T12:09:36Z</dcterms:created>
  <dcterms:modified xsi:type="dcterms:W3CDTF">2026-08-10T10:00:01Z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