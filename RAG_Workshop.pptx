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11" d="100"/>
          <a:sy n="111" d="100"/>
        </p:scale>
        <p:origin x="513" y="6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13.08.2026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13.08.2026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13.08.2026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13.08.2026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13.08.2026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13.08.2026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13.08.2026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13.08.2026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13.08.2026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13.08.2026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a:t>
            </a:r>
            <a:r>
              <a:rPr lang="de-DE"/>
              <a:t>eines Full </a:t>
            </a:r>
            <a:r>
              <a:rPr lang="de-DE" dirty="0"/>
              <a:t>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13.08.2026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13.08.2026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54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198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sp>
        <p:nvSpPr>
          <p:cNvPr id="15" name="ARTICLE MRR-label">
            <a:extLst>
              <a:ext uri="{FF2B5EF4-FFF2-40B4-BE49-F238E27FC236}">
                <a16:creationId xmlns:a16="http://schemas.microsoft.com/office/drawing/2014/main" id="{428A152A-7185-4B7C-9D9F-F04877D61454}"/>
              </a:ext>
            </a:extLst>
          </p:cNvPr>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14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558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nvGrpSpPr>
          <p:cNvPr id="38" name="Gruppieren 37">
            <a:extLst>
              <a:ext uri="{FF2B5EF4-FFF2-40B4-BE49-F238E27FC236}">
                <a16:creationId xmlns:a16="http://schemas.microsoft.com/office/drawing/2014/main" id="{FD890A52-9E28-BD03-9461-B689DD2F4364}"/>
              </a:ext>
            </a:extLst>
          </p:cNvPr>
          <p:cNvGrpSpPr/>
          <p:nvPr/>
        </p:nvGrpSpPr>
        <p:grpSpPr>
          <a:xfrm>
            <a:off x="774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1" name="retrieval-warning">
            <a:extLst>
              <a:ext uri="{FF2B5EF4-FFF2-40B4-BE49-F238E27FC236}">
                <a16:creationId xmlns:a16="http://schemas.microsoft.com/office/drawing/2014/main" id="{2F201B38-0977-4C2C-9102-295F9B84C078}"/>
              </a:ext>
            </a:extLst>
          </p:cNvPr>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r>
              <a:rPr lang="de-DE" sz="1600" b="1" dirty="0">
                <a:solidFill>
                  <a:srgbClr val="FFFFFF"/>
                </a:solidFil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a:t>
            </a:r>
          </a:p>
        </p:txBody>
      </p:sp>
    </p:spTree>
    <p:extLst>
      <p:ext uri="{BB962C8B-B14F-4D97-AF65-F5344CB8AC3E}">
        <p14:creationId xmlns:p14="http://schemas.microsoft.com/office/powerpoint/2010/main" val="11416475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13.08.2026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4112</Words>
  <Application>Microsoft Office PowerPoint</Application>
  <PresentationFormat>Breitbild</PresentationFormat>
  <Paragraphs>639</Paragraphs>
  <Slides>27</Slides>
  <Notes>19</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Full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62</cp:revision>
  <dcterms:created xsi:type="dcterms:W3CDTF">2026-08-04T12:09:36Z</dcterms:created>
  <dcterms:modified xsi:type="dcterms:W3CDTF">2026-08-13T08:10:31Z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