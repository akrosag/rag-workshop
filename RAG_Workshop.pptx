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11" d="100"/>
          <a:sy n="111" d="100"/>
        </p:scale>
        <p:origin x="513"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9.svg"/><Relationship Id="rId4" Type="http://schemas.openxmlformats.org/officeDocument/2006/relationships/image" Target="../media/image10.svg"/><Relationship Id="rId5" Type="http://schemas.openxmlformats.org/officeDocument/2006/relationships/image" Target="../media/image11.svg"/><Relationship Id="rId6" Type="http://schemas.openxmlformats.org/officeDocument/2006/relationships/image" Target="../media/image12.svg"/><Relationship Id="rId7" Type="http://schemas.openxmlformats.org/officeDocument/2006/relationships/image" Target="../media/image13.svg"/><Relationship Id="rId8" Type="http://schemas.openxmlformats.org/officeDocument/2006/relationships/image" Target="../media/image14.svg"/><Relationship Id="rId9" Type="http://schemas.openxmlformats.org/officeDocument/2006/relationships/image" Target="../media/image15.svg"/><Relationship Id="rId10" Type="http://schemas.openxmlformats.org/officeDocument/2006/relationships/image" Target="../media/image16.svg"/><Relationship Id="rId11" Type="http://schemas.openxmlformats.org/officeDocument/2006/relationships/image" Target="../media/image17.svg"/><Relationship Id="rId12" Type="http://schemas.openxmlformats.org/officeDocument/2006/relationships/image" Target="../media/image18.svg"/><Relationship Id="rId13" Type="http://schemas.openxmlformats.org/officeDocument/2006/relationships/image" Target="../media/image19.svg"/><Relationship Id="rId14" Type="http://schemas.openxmlformats.org/officeDocument/2006/relationships/image" Target="../media/image20.svg"/><Relationship Id="rId15" Type="http://schemas.openxmlformats.org/officeDocument/2006/relationships/image" Target="../media/image21.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6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6724" y="4210332"/>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26699" y="4788671"/>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66221"/>
            <a:ext cx="2160000" cy="1455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0021"/>
            <a:ext cx="0" cy="33675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070573"/>
            <a:ext cx="360000" cy="82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636773"/>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32421"/>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3" idx="3"/>
            <a:endCxn id="41" idx="1"/>
          </p:cNvCxnSpPr>
          <p:nvPr/>
        </p:nvCxnSpPr>
        <p:spPr>
          <a:xfrm flipH="1">
            <a:off x="8460000" y="2407125"/>
            <a:ext cx="1800000" cy="254040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43</cp:revision>
  <dcterms:created xsi:type="dcterms:W3CDTF">2026-08-04T12:09:36Z</dcterms:created>
  <dcterms:modified xsi:type="dcterms:W3CDTF">2026-08-08T14:32:16Z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