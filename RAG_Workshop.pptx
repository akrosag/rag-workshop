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0" d="100"/>
          <a:sy n="100" d="100"/>
        </p:scale>
        <p:origin x="72" y="26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handoutMaster" Target="handoutMasters/handout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79887"/>
            <a:ext cx="360000" cy="887"/>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3780000" y="1879887"/>
            <a:ext cx="2160000" cy="817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2"/>
            <a:endCxn id="72" idx="0"/>
          </p:cNvCxnSpPr>
          <p:nvPr/>
        </p:nvCxnSpPr>
        <p:spPr>
          <a:xfrm>
            <a:off x="6660000" y="2321858"/>
            <a:ext cx="0" cy="31574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5940000" y="1454258"/>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2340000" y="1446087"/>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42</cp:revision>
  <dcterms:created xsi:type="dcterms:W3CDTF">2026-08-04T12:09:36Z</dcterms:created>
  <dcterms:modified xsi:type="dcterms:W3CDTF">2026-08-08T07:09:44Z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