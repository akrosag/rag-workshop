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7.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1"/>
  </p:notesMasterIdLst>
  <p:handoutMasterIdLst>
    <p:handoutMasterId r:id="rId32"/>
  </p:handoutMasterIdLst>
  <p:sldIdLst>
    <p:sldId id="290" r:id="rId5"/>
    <p:sldId id="279" r:id="rId6"/>
    <p:sldId id="296" r:id="rId7"/>
    <p:sldId id="301" r:id="rId8"/>
    <p:sldId id="263" r:id="rId9"/>
    <p:sldId id="317" r:id="rId10"/>
    <p:sldId id="319" r:id="rId11"/>
    <p:sldId id="266" r:id="rId12"/>
    <p:sldId id="307" r:id="rId13"/>
    <p:sldId id="323" r:id="rId14"/>
    <p:sldId id="322" r:id="rId15"/>
    <p:sldId id="324" r:id="rId16"/>
    <p:sldId id="325" r:id="rId17"/>
    <p:sldId id="308" r:id="rId18"/>
    <p:sldId id="326" r:id="rId19"/>
    <p:sldId id="256" r:id="rId20"/>
    <p:sldId id="313" r:id="rId21"/>
    <p:sldId id="327" r:id="rId22"/>
    <p:sldId id="320" r:id="rId23"/>
    <p:sldId id="321" r:id="rId24"/>
    <p:sldId id="328" r:id="rId38"/>
    <p:sldId id="271" r:id="rId25"/>
    <p:sldId id="272" r:id="rId26"/>
    <p:sldId id="274" r:id="rId27"/>
    <p:sldId id="275" r:id="rId28"/>
    <p:sldId id="276" r:id="rId29"/>
    <p:sldId id="295" r:id="rId30"/>
  </p:sldIdLst>
  <p:sldSz cx="12192000" cy="685800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3"/>
            <p14:sldId id="322"/>
            <p14:sldId id="324"/>
            <p14:sldId id="325"/>
            <p14:sldId id="308"/>
            <p14:sldId id="326"/>
            <p14:sldId id="256"/>
            <p14:sldId id="313"/>
            <p14:sldId id="327"/>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4" d="100"/>
          <a:sy n="104" d="100"/>
        </p:scale>
        <p:origin x="69" y="20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tags" Target="../tags/tag2.xml"/><Relationship Id="rId13" Type="http://schemas.openxmlformats.org/officeDocument/2006/relationships/oleObject" Target="../embeddings/oleObject1.bin"/><Relationship Id="rId14" Type="http://schemas.openxmlformats.org/officeDocument/2006/relationships/image" Target="../media/image1.emf"/><Relationship Id="rId1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svg"/><Relationship Id="rId4" Type="http://schemas.openxmlformats.org/officeDocument/2006/relationships/image" Target="../media/image10.svg"/><Relationship Id="rId5" Type="http://schemas.openxmlformats.org/officeDocument/2006/relationships/image" Target="../media/image11.svg"/><Relationship Id="rId6" Type="http://schemas.openxmlformats.org/officeDocument/2006/relationships/image" Target="../media/image12.svg"/><Relationship Id="rId7" Type="http://schemas.openxmlformats.org/officeDocument/2006/relationships/image" Target="../media/image13.svg"/><Relationship Id="rId8" Type="http://schemas.openxmlformats.org/officeDocument/2006/relationships/image" Target="../media/image14.svg"/><Relationship Id="rId9" Type="http://schemas.openxmlformats.org/officeDocument/2006/relationships/image" Target="../media/image15.svg"/><Relationship Id="rId10" Type="http://schemas.openxmlformats.org/officeDocument/2006/relationships/image" Target="../media/image16.svg"/><Relationship Id="rId11" Type="http://schemas.openxmlformats.org/officeDocument/2006/relationships/image" Target="../media/image17.svg"/><Relationship Id="rId12" Type="http://schemas.openxmlformats.org/officeDocument/2006/relationships/image" Target="../media/image18.svg"/><Relationship Id="rId13" Type="http://schemas.openxmlformats.org/officeDocument/2006/relationships/image" Target="../media/image19.svg"/><Relationship Id="rId14" Type="http://schemas.openxmlformats.org/officeDocument/2006/relationships/image" Target="../media/image20.svg"/><Relationship Id="rId15" Type="http://schemas.openxmlformats.org/officeDocument/2006/relationships/image" Target="../media/image21.svg"/><Relationship Id="rId16" Type="http://schemas.openxmlformats.org/officeDocument/2006/relationships/image" Target="../media/image2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 Id="rId6" Type="http://schemas.openxmlformats.org/officeDocument/2006/relationships/image" Target="../media/image15.svg"/><Relationship Id="rId7" Type="http://schemas.openxmlformats.org/officeDocument/2006/relationships/image" Target="../media/image16.svg"/><Relationship Id="rId8" Type="http://schemas.openxmlformats.org/officeDocument/2006/relationships/image" Target="../media/image17.svg"/><Relationship Id="rId9" Type="http://schemas.openxmlformats.org/officeDocument/2006/relationships/image" Target="../media/image19.svg"/><Relationship Id="rId10" Type="http://schemas.openxmlformats.org/officeDocument/2006/relationships/image" Target="../media/image20.svg"/><Relationship Id="rId11" Type="http://schemas.openxmlformats.org/officeDocument/2006/relationships/image" Target="../media/image21.svg"/><Relationship Id="rId12" Type="http://schemas.openxmlformats.org/officeDocument/2006/relationships/image" Target="../media/image22.svg"/><Relationship Id="rId13" Type="http://schemas.openxmlformats.org/officeDocument/2006/relationships/image" Target="../media/image10.svg"/><Relationship Id="rId14" Type="http://schemas.openxmlformats.org/officeDocument/2006/relationships/image" Target="../media/image11.svg"/><Relationship Id="rId15" Type="http://schemas.openxmlformats.org/officeDocument/2006/relationships/image" Target="../media/image18.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svg"/><Relationship Id="rId3" Type="http://schemas.openxmlformats.org/officeDocument/2006/relationships/image" Target="../media/image17.svg"/><Relationship Id="rId4" Type="http://schemas.openxmlformats.org/officeDocument/2006/relationships/image" Target="../media/image14.svg"/><Relationship Id="rId5" Type="http://schemas.openxmlformats.org/officeDocument/2006/relationships/image" Target="../media/image20.svg"/><Relationship Id="rId6" Type="http://schemas.openxmlformats.org/officeDocument/2006/relationships/image" Target="../media/image21.svg"/><Relationship Id="rId7" Type="http://schemas.openxmlformats.org/officeDocument/2006/relationships/image" Target="../media/image22.svg"/><Relationship Id="rId8" Type="http://schemas.openxmlformats.org/officeDocument/2006/relationships/image" Target="../media/image9.svg"/><Relationship Id="rId9" Type="http://schemas.openxmlformats.org/officeDocument/2006/relationships/image" Target="../media/image10.svg"/><Relationship Id="rId10" Type="http://schemas.openxmlformats.org/officeDocument/2006/relationships/image" Target="../media/image11.svg"/><Relationship Id="rId11" Type="http://schemas.openxmlformats.org/officeDocument/2006/relationships/image" Target="../media/image12.svg"/><Relationship Id="rId12" Type="http://schemas.openxmlformats.org/officeDocument/2006/relationships/image" Target="../media/image13.svg"/><Relationship Id="rId13" Type="http://schemas.openxmlformats.org/officeDocument/2006/relationships/image" Target="../media/image15.svg"/><Relationship Id="rId14" Type="http://schemas.openxmlformats.org/officeDocument/2006/relationships/image" Target="../media/image18.svg"/><Relationship Id="rId15" Type="http://schemas.openxmlformats.org/officeDocument/2006/relationships/image" Target="../media/image19.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 Id="rId6" Type="http://schemas.openxmlformats.org/officeDocument/2006/relationships/image" Target="../media/image17.svg"/><Relationship Id="rId7" Type="http://schemas.openxmlformats.org/officeDocument/2006/relationships/image" Target="../media/image19.svg"/><Relationship Id="rId8" Type="http://schemas.openxmlformats.org/officeDocument/2006/relationships/image" Target="../media/image20.svg"/><Relationship Id="rId9" Type="http://schemas.openxmlformats.org/officeDocument/2006/relationships/image" Target="../media/image21.svg"/><Relationship Id="rId10" Type="http://schemas.openxmlformats.org/officeDocument/2006/relationships/image" Target="../media/image10.svg"/><Relationship Id="rId11" Type="http://schemas.openxmlformats.org/officeDocument/2006/relationships/image" Target="../media/image11.svg"/><Relationship Id="rId12" Type="http://schemas.openxmlformats.org/officeDocument/2006/relationships/image" Target="../media/image15.svg"/><Relationship Id="rId13" Type="http://schemas.openxmlformats.org/officeDocument/2006/relationships/image" Target="../media/image16.svg"/><Relationship Id="rId14" Type="http://schemas.openxmlformats.org/officeDocument/2006/relationships/image" Target="../media/image18.svg"/><Relationship Id="rId15" Type="http://schemas.openxmlformats.org/officeDocument/2006/relationships/image" Target="../media/image2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svg"/><Relationship Id="rId3" Type="http://schemas.openxmlformats.org/officeDocument/2006/relationships/image" Target="../media/image21.svg"/><Relationship Id="rId4" Type="http://schemas.openxmlformats.org/officeDocument/2006/relationships/image" Target="../media/image9.svg"/><Relationship Id="rId5" Type="http://schemas.openxmlformats.org/officeDocument/2006/relationships/image" Target="../media/image10.svg"/><Relationship Id="rId6" Type="http://schemas.openxmlformats.org/officeDocument/2006/relationships/image" Target="../media/image11.svg"/><Relationship Id="rId7" Type="http://schemas.openxmlformats.org/officeDocument/2006/relationships/image" Target="../media/image12.svg"/><Relationship Id="rId8" Type="http://schemas.openxmlformats.org/officeDocument/2006/relationships/image" Target="../media/image13.svg"/><Relationship Id="rId9" Type="http://schemas.openxmlformats.org/officeDocument/2006/relationships/image" Target="../media/image14.svg"/><Relationship Id="rId10" Type="http://schemas.openxmlformats.org/officeDocument/2006/relationships/image" Target="../media/image15.svg"/><Relationship Id="rId11" Type="http://schemas.openxmlformats.org/officeDocument/2006/relationships/image" Target="../media/image16.svg"/><Relationship Id="rId12" Type="http://schemas.openxmlformats.org/officeDocument/2006/relationships/image" Target="../media/image17.svg"/><Relationship Id="rId13" Type="http://schemas.openxmlformats.org/officeDocument/2006/relationships/image" Target="../media/image18.svg"/><Relationship Id="rId14" Type="http://schemas.openxmlformats.org/officeDocument/2006/relationships/image" Target="../media/image19.svg"/><Relationship Id="rId15" Type="http://schemas.openxmlformats.org/officeDocument/2006/relationships/image" Target="../media/image2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7.svg"/><Relationship Id="rId6" Type="http://schemas.openxmlformats.org/officeDocument/2006/relationships/image" Target="../media/image19.svg"/><Relationship Id="rId7" Type="http://schemas.openxmlformats.org/officeDocument/2006/relationships/image" Target="../media/image9.svg"/><Relationship Id="rId8" Type="http://schemas.openxmlformats.org/officeDocument/2006/relationships/image" Target="../media/image10.svg"/><Relationship Id="rId9" Type="http://schemas.openxmlformats.org/officeDocument/2006/relationships/image" Target="../media/image11.svg"/><Relationship Id="rId10" Type="http://schemas.openxmlformats.org/officeDocument/2006/relationships/image" Target="../media/image12.svg"/><Relationship Id="rId11" Type="http://schemas.openxmlformats.org/officeDocument/2006/relationships/image" Target="../media/image16.svg"/><Relationship Id="rId12" Type="http://schemas.openxmlformats.org/officeDocument/2006/relationships/image" Target="../media/image18.svg"/><Relationship Id="rId13" Type="http://schemas.openxmlformats.org/officeDocument/2006/relationships/image" Target="../media/image20.svg"/><Relationship Id="rId14" Type="http://schemas.openxmlformats.org/officeDocument/2006/relationships/image" Target="../media/image21.svg"/><Relationship Id="rId15" Type="http://schemas.openxmlformats.org/officeDocument/2006/relationships/image" Target="../media/image2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svg"/><Relationship Id="rId3" Type="http://schemas.openxmlformats.org/officeDocument/2006/relationships/image" Target="../media/image20.svg"/><Relationship Id="rId4" Type="http://schemas.openxmlformats.org/officeDocument/2006/relationships/image" Target="../media/image21.svg"/><Relationship Id="rId5" Type="http://schemas.openxmlformats.org/officeDocument/2006/relationships/image" Target="../media/image10.svg"/><Relationship Id="rId6" Type="http://schemas.openxmlformats.org/officeDocument/2006/relationships/image" Target="../media/image14.svg"/><Relationship Id="rId7" Type="http://schemas.openxmlformats.org/officeDocument/2006/relationships/image" Target="../media/image22.svg"/><Relationship Id="rId8" Type="http://schemas.openxmlformats.org/officeDocument/2006/relationships/image" Target="../media/image26.png"/><Relationship Id="rId9" Type="http://schemas.openxmlformats.org/officeDocument/2006/relationships/image" Target="../media/image27.svg"/><Relationship Id="rId10" Type="http://schemas.openxmlformats.org/officeDocument/2006/relationships/image" Target="../media/image16.svg"/><Relationship Id="rId11" Type="http://schemas.openxmlformats.org/officeDocument/2006/relationships/image" Target="../media/image18.svg"/><Relationship Id="rId12" Type="http://schemas.openxmlformats.org/officeDocument/2006/relationships/image" Target="../media/image11.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10</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12</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14</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15</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3" grpId="0" animBg="1"/>
      <p:bldP spid="25" grpId="0" animBg="1"/>
      <p:bldP spid="26" grpId="0"/>
      <p:bldP spid="2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43" grpId="0" animBg="1"/>
      <p:bldP spid="45" grpId="0"/>
      <p:bldP spid="46" grpId="0"/>
      <p:bldP spid="47" grpId="0" animBg="1"/>
      <p:bldP spid="48" grpId="0"/>
      <p:bldP spid="6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p:nvPr/>
        </p:nvSpPr>
        <p:spPr>
          <a:xfrm>
            <a:off x="2490937"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p:nvPr/>
        </p:nvSpPr>
        <p:spPr>
          <a:xfrm>
            <a:off x="5128508"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pPr algn="ctr"/>
            <a:r>
              <a:rPr lang="de-CH" sz="1400" b="1" dirty="0">
                <a:solidFill>
                  <a:srgbClr val="304452"/>
                </a:solidFill>
              </a:rPr>
              <a:t>CHROMA INDEX</a:t>
            </a:r>
          </a:p>
          <a:p>
            <a:pPr algn="ctr"/>
            <a:r>
              <a:rPr lang="de-CH" sz="1400" b="1" dirty="0">
                <a:solidFill>
                  <a:srgbClr val="438B92"/>
                </a:solidFill>
              </a:rPr>
              <a:t>≋</a:t>
            </a:r>
            <a:endParaRPr lang="de-CH" sz="1400" b="1" dirty="0">
              <a:solidFill>
                <a:srgbClr val="304452"/>
              </a:solidFill>
            </a:endParaRPr>
          </a:p>
          <a:p>
            <a:pPr algn="ctr"/>
            <a:r>
              <a:rPr lang="de-CH" sz="1400" dirty="0">
                <a:solidFill>
                  <a:srgbClr val="304452"/>
                </a:solidFill>
              </a:rPr>
              <a:t>Chunks + </a:t>
            </a:r>
            <a:r>
              <a:rPr lang="de-CH" sz="1400" dirty="0" err="1">
                <a:solidFill>
                  <a:srgbClr val="304452"/>
                </a:solidFill>
              </a:rPr>
              <a:t>Embeddings</a:t>
            </a:r>
            <a:endParaRPr lang="de-CH" sz="1400" b="1" dirty="0">
              <a:solidFill>
                <a:srgbClr val="304452"/>
              </a:solidFill>
            </a:endParaRPr>
          </a:p>
        </p:txBody>
      </p:sp>
      <p:sp>
        <p:nvSpPr>
          <p:cNvPr id="18" name="graph-builder">
            <a:extLst>
              <a:ext uri="{FF2B5EF4-FFF2-40B4-BE49-F238E27FC236}">
                <a16:creationId xmlns:a16="http://schemas.microsoft.com/office/drawing/2014/main" id="{7403451D-2936-47A8-987E-8CB23B3AD79B}"/>
              </a:ext>
            </a:extLst>
          </p:cNvPr>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pPr algn="ctr"/>
            <a:r>
              <a:rPr lang="de-CH" sz="1400" b="1" dirty="0">
                <a:solidFill>
                  <a:srgbClr val="304452"/>
                </a:solidFill>
              </a:rPr>
              <a:t>GRAPH AUFBAU</a:t>
            </a:r>
          </a:p>
          <a:p>
            <a:pPr algn="ctr">
              <a:defRPr sz="1125" b="0">
                <a:solidFill>
                  <a:srgbClr val="304452"/>
                </a:solidFill>
              </a:defRPr>
            </a:pPr>
            <a:r>
              <a:rPr lang="de-CH" sz="1400" dirty="0">
                <a:solidFill>
                  <a:srgbClr val="304452"/>
                </a:solidFill>
              </a:rPr>
              <a:t>Nachbar-Chunks verbinden</a:t>
            </a:r>
          </a:p>
          <a:p>
            <a:pPr algn="ctr">
              <a:defRPr sz="1125" b="0">
                <a:solidFill>
                  <a:srgbClr val="304452"/>
                </a:solidFill>
              </a:defRPr>
            </a:pPr>
            <a:r>
              <a:rPr lang="de-CH" sz="1400" dirty="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p:nvPr/>
        </p:nvSpPr>
        <p:spPr>
          <a:xfrm>
            <a:off x="5450545" y="1624186"/>
            <a:ext cx="2700000" cy="1440000"/>
          </a:xfrm>
          <a:prstGeom prst="roundRect">
            <a:avLst>
              <a:gd name="adj" fmla="val 9524"/>
            </a:avLst>
          </a:prstGeom>
          <a:solidFill>
            <a:srgbClr val="FBF3DF"/>
          </a:solidFill>
          <a:ln w="12383">
            <a:solidFill>
              <a:srgbClr val="D4B873"/>
            </a:solidFill>
            <a:prstDash val="solid"/>
          </a:ln>
        </p:spPr>
        <p:txBody>
          <a:bodyPr/>
          <a:lstStyle/>
          <a:p>
            <a:r>
              <a:rPr lang="de-CH" sz="1400" b="1" dirty="0">
                <a:solidFill>
                  <a:srgbClr val="304452"/>
                </a:solidFill>
              </a:rPr>
              <a:t>RETRIEVAL-GRAPH</a:t>
            </a: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r>
              <a:rPr lang="de-CH" sz="1400" dirty="0">
                <a:solidFill>
                  <a:srgbClr val="746B5F"/>
                </a:solidFill>
              </a:rPr>
              <a:t>JSON · versioniert</a:t>
            </a:r>
            <a:endParaRPr lang="de-CH" sz="1400" b="1" dirty="0">
              <a:solidFill>
                <a:srgbClr val="304452"/>
              </a:solidFill>
            </a:endParaRPr>
          </a:p>
          <a:p>
            <a:endParaRPr lang="de-DE" sz="1400" dirty="0"/>
          </a:p>
        </p:txBody>
      </p:sp>
      <p:sp>
        <p:nvSpPr>
          <p:cNvPr id="33" name="query">
            <a:extLst>
              <a:ext uri="{FF2B5EF4-FFF2-40B4-BE49-F238E27FC236}">
                <a16:creationId xmlns:a16="http://schemas.microsoft.com/office/drawing/2014/main" id="{89EEF038-DF75-4FD3-8420-37BD6E68EC96}"/>
              </a:ext>
            </a:extLst>
          </p:cNvPr>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lang="de-CH" sz="2700" b="1" dirty="0">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grpSp>
        <p:nvGrpSpPr>
          <p:cNvPr id="2" name="Gruppieren 1">
            <a:extLst>
              <a:ext uri="{FF2B5EF4-FFF2-40B4-BE49-F238E27FC236}">
                <a16:creationId xmlns:a16="http://schemas.microsoft.com/office/drawing/2014/main" id="{72E379B3-099D-9B7B-DCB0-D4063D4FAAD2}"/>
              </a:ext>
            </a:extLst>
          </p:cNvPr>
          <p:cNvGrpSpPr/>
          <p:nvPr/>
        </p:nvGrpSpPr>
        <p:grpSpPr>
          <a:xfrm>
            <a:off x="6628695" y="1708805"/>
            <a:ext cx="1485000" cy="1305000"/>
            <a:chOff x="7380000" y="2520000"/>
            <a:chExt cx="1485000" cy="1305000"/>
          </a:xfrm>
        </p:grpSpPr>
        <p:sp>
          <p:nvSpPr>
            <p:cNvPr id="128" name="edge-a">
              <a:extLst>
                <a:ext uri="{FF2B5EF4-FFF2-40B4-BE49-F238E27FC236}">
                  <a16:creationId xmlns:a16="http://schemas.microsoft.com/office/drawing/2014/main" id="{B41D3A01-C151-E634-F0C1-BCD5F55A484D}"/>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129" name="edge-b">
              <a:extLst>
                <a:ext uri="{FF2B5EF4-FFF2-40B4-BE49-F238E27FC236}">
                  <a16:creationId xmlns:a16="http://schemas.microsoft.com/office/drawing/2014/main" id="{762CB202-B4CA-9A1F-9F2F-27B9832D52C1}"/>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130" name="edge-c">
              <a:extLst>
                <a:ext uri="{FF2B5EF4-FFF2-40B4-BE49-F238E27FC236}">
                  <a16:creationId xmlns:a16="http://schemas.microsoft.com/office/drawing/2014/main" id="{9B302D92-15BE-E306-2286-6E957EDC9401}"/>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131" name="node-main">
              <a:extLst>
                <a:ext uri="{FF2B5EF4-FFF2-40B4-BE49-F238E27FC236}">
                  <a16:creationId xmlns:a16="http://schemas.microsoft.com/office/drawing/2014/main" id="{000D9B39-3D89-B7AD-01A5-BC4F06430B07}"/>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132" name="node-neighbor-1">
              <a:extLst>
                <a:ext uri="{FF2B5EF4-FFF2-40B4-BE49-F238E27FC236}">
                  <a16:creationId xmlns:a16="http://schemas.microsoft.com/office/drawing/2014/main" id="{E644E788-3E58-72C2-36D3-EDE36F5D71AA}"/>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134" name="node-neighbor-2">
              <a:extLst>
                <a:ext uri="{FF2B5EF4-FFF2-40B4-BE49-F238E27FC236}">
                  <a16:creationId xmlns:a16="http://schemas.microsoft.com/office/drawing/2014/main" id="{E7FC3BA0-6B77-6D06-6B12-1D0D63C35738}"/>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p:nvPr/>
        </p:nvSpPr>
        <p:spPr>
          <a:xfrm>
            <a:off x="540000" y="1980000"/>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p:nvPr/>
        </p:nvSpPr>
        <p:spPr>
          <a:xfrm>
            <a:off x="5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p:nvPr/>
        </p:nvSpPr>
        <p:spPr>
          <a:xfrm>
            <a:off x="90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p:nvPr/>
        </p:nvSpPr>
        <p:spPr>
          <a:xfrm>
            <a:off x="90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p:nvPr/>
        </p:nvSpPr>
        <p:spPr>
          <a:xfrm>
            <a:off x="23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p:nvPr/>
        </p:nvSpPr>
        <p:spPr>
          <a:xfrm>
            <a:off x="216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p:nvPr/>
        </p:nvSpPr>
        <p:spPr>
          <a:xfrm>
            <a:off x="90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p:nvPr/>
        </p:nvSpPr>
        <p:spPr>
          <a:xfrm>
            <a:off x="4140000" y="1980000"/>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p:nvPr/>
        </p:nvSpPr>
        <p:spPr>
          <a:xfrm>
            <a:off x="41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p:nvPr/>
        </p:nvSpPr>
        <p:spPr>
          <a:xfrm>
            <a:off x="432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p:nvPr/>
        </p:nvSpPr>
        <p:spPr>
          <a:xfrm>
            <a:off x="57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p:nvPr/>
        </p:nvSpPr>
        <p:spPr>
          <a:xfrm>
            <a:off x="43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p:nvPr/>
        </p:nvSpPr>
        <p:spPr>
          <a:xfrm>
            <a:off x="7560000" y="1980000"/>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p:nvPr/>
        </p:nvSpPr>
        <p:spPr>
          <a:xfrm>
            <a:off x="756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p:nvPr/>
        </p:nvSpPr>
        <p:spPr>
          <a:xfrm>
            <a:off x="77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p:nvPr/>
        </p:nvSpPr>
        <p:spPr>
          <a:xfrm>
            <a:off x="93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p:nvPr/>
        </p:nvSpPr>
        <p:spPr>
          <a:xfrm>
            <a:off x="79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p:nvPr/>
        </p:nvSpPr>
        <p:spPr>
          <a:xfrm>
            <a:off x="2160000" y="5040000"/>
            <a:ext cx="7920000" cy="72000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p:nvPr/>
        </p:nvSpPr>
        <p:spPr>
          <a:xfrm>
            <a:off x="2340000" y="52200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p:nvPr/>
        </p:nvSpPr>
        <p:spPr>
          <a:xfrm>
            <a:off x="5940000" y="1980000"/>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p:nvPr/>
        </p:nvSpPr>
        <p:spPr>
          <a:xfrm>
            <a:off x="9360000" y="1980000"/>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p:nvPr/>
        </p:nvSpPr>
        <p:spPr>
          <a:xfrm>
            <a:off x="720000" y="234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p:nvPr/>
        </p:nvSpPr>
        <p:spPr>
          <a:xfrm>
            <a:off x="720000" y="306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p:nvPr/>
        </p:nvSpPr>
        <p:spPr>
          <a:xfrm>
            <a:off x="720000" y="378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p:nvPr/>
        </p:nvSpPr>
        <p:spPr>
          <a:xfrm>
            <a:off x="720000" y="450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p:nvPr/>
        </p:nvSpPr>
        <p:spPr>
          <a:xfrm>
            <a:off x="1440000" y="540000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p:nvPr/>
        </p:nvSpPr>
        <p:spPr>
          <a:xfrm>
            <a:off x="9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9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p:nvPr/>
        </p:nvSpPr>
        <p:spPr>
          <a:xfrm>
            <a:off x="45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5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p:nvPr/>
        </p:nvSpPr>
        <p:spPr>
          <a:xfrm>
            <a:off x="792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92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p:nvPr/>
        </p:nvSpPr>
        <p:spPr>
          <a:xfrm>
            <a:off x="2340000" y="54000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2520000" y="5580000"/>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p:nvPr/>
        </p:nvSpPr>
        <p:spPr>
          <a:xfrm>
            <a:off x="2700000" y="558000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26</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2"/>
            <a:endCxn id="121" idx="0"/>
          </p:cNvCxnSpPr>
          <p:nvPr/>
        </p:nvCxnSpPr>
        <p:spPr>
          <a:xfrm>
            <a:off x="1080000" y="2487600"/>
            <a:ext cx="198000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4087</Words>
  <Application>Microsoft Office PowerPoint</Application>
  <PresentationFormat>Breitbild</PresentationFormat>
  <Paragraphs>651</Paragraphs>
  <Slides>26</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26</vt:i4>
      </vt:variant>
    </vt:vector>
  </HeadingPairs>
  <TitlesOfParts>
    <vt:vector size="30"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54</cp:revision>
  <dcterms:created xsi:type="dcterms:W3CDTF">2026-08-04T12:09:36Z</dcterms:created>
  <dcterms:modified xsi:type="dcterms:W3CDTF">2026-08-10T16:40:10Z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