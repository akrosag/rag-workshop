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0.svg" ContentType="image/svg+xml"/>
  <Override PartName="/ppt/media/image52.svg" ContentType="image/svg+xml"/>
  <Override PartName="/ppt/media/image54.svg" ContentType="image/svg+xml"/>
  <Override PartName="/ppt/media/image55.svg" ContentType="image/svg+xml"/>
  <Override PartName="/ppt/media/image56.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6" autoAdjust="0"/>
    <p:restoredTop sz="86331" autoAdjust="0"/>
  </p:normalViewPr>
  <p:slideViewPr>
    <p:cSldViewPr snapToGrid="0">
      <p:cViewPr varScale="1">
        <p:scale>
          <a:sx n="111" d="100"/>
          <a:sy n="111" d="100"/>
        </p:scale>
        <p:origin x="513" y="51"/>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08.08.2026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08.08.2026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08.08.2026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08.08.2026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08.08.2026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tags" Target="../tags/tag2.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08.08.2026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2.svg"/><Relationship Id="rId4" Type="http://schemas.openxmlformats.org/officeDocument/2006/relationships/image" Target="../media/image52.svg"/><Relationship Id="rId5" Type="http://schemas.openxmlformats.org/officeDocument/2006/relationships/image" Target="../media/image50.svg"/><Relationship Id="rId6" Type="http://schemas.openxmlformats.org/officeDocument/2006/relationships/image" Target="../media/image10.png"/><Relationship Id="rId7" Type="http://schemas.openxmlformats.org/officeDocument/2006/relationships/image" Target="../media/image34.svg"/><Relationship Id="rId8" Type="http://schemas.openxmlformats.org/officeDocument/2006/relationships/image" Target="../media/image48.svg"/><Relationship Id="rId9" Type="http://schemas.openxmlformats.org/officeDocument/2006/relationships/image" Target="../media/image9.png"/><Relationship Id="rId10" Type="http://schemas.openxmlformats.org/officeDocument/2006/relationships/image" Target="../media/image46.svg"/><Relationship Id="rId11" Type="http://schemas.openxmlformats.org/officeDocument/2006/relationships/image" Target="../media/image36.svg"/><Relationship Id="rId12" Type="http://schemas.openxmlformats.org/officeDocument/2006/relationships/image" Target="../media/image44.svg"/><Relationship Id="rId13" Type="http://schemas.openxmlformats.org/officeDocument/2006/relationships/image" Target="../media/image38.svg"/><Relationship Id="rId14" Type="http://schemas.openxmlformats.org/officeDocument/2006/relationships/image" Target="../media/image42.svg"/><Relationship Id="rId15" Type="http://schemas.openxmlformats.org/officeDocument/2006/relationships/image" Target="../media/image40.svg"/><Relationship Id="rId16" Type="http://schemas.openxmlformats.org/officeDocument/2006/relationships/image" Target="../media/image26.png"/><Relationship Id="rId18" Type="http://schemas.openxmlformats.org/officeDocument/2006/relationships/image" Target="../media/image28.png"/><Relationship Id="rId20" Type="http://schemas.openxmlformats.org/officeDocument/2006/relationships/image" Target="../media/image30.png"/><Relationship Id="rId22" Type="http://schemas.openxmlformats.org/officeDocument/2006/relationships/image" Target="../media/image32.png"/><Relationship Id="rId24" Type="http://schemas.openxmlformats.org/officeDocument/2006/relationships/image" Target="../media/image34.png"/><Relationship Id="rId26" Type="http://schemas.openxmlformats.org/officeDocument/2006/relationships/image" Target="../media/image36.png"/><Relationship Id="rId30" Type="http://schemas.openxmlformats.org/officeDocument/2006/relationships/image" Target="../media/image40.png"/><Relationship Id="rId34" Type="http://schemas.openxmlformats.org/officeDocument/2006/relationships/image" Target="../media/image44.png"/><Relationship Id="rId36" Type="http://schemas.openxmlformats.org/officeDocument/2006/relationships/image" Target="../media/image46.png"/><Relationship Id="rId38" Type="http://schemas.openxmlformats.org/officeDocument/2006/relationships/image" Target="../media/image48.png"/><Relationship Id="rId40" Type="http://schemas.openxmlformats.org/officeDocument/2006/relationships/image" Target="../media/image50.png"/><Relationship Id="rId42" Type="http://schemas.openxmlformats.org/officeDocument/2006/relationships/image" Target="../media/image52.png"/><Relationship Id="rId44" Type="http://schemas.openxmlformats.org/officeDocument/2006/relationships/image" Target="../media/image54.svg"/><Relationship Id="rId45" Type="http://schemas.openxmlformats.org/officeDocument/2006/relationships/image" Target="../media/image55.svg"/><Relationship Id="rId46" Type="http://schemas.openxmlformats.org/officeDocument/2006/relationships/image" Target="../media/image56.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2.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4.jpg"/><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08.08.2026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08.08.2026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08.08.2026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6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08.08.2026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6724" y="4210332"/>
            <a:ext cx="2441543"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a:spLocks noGrp="1"/>
          </p:cNvSpPr>
          <p:nvPr/>
        </p:nvSpPr>
        <p:spPr>
          <a:xfrm>
            <a:off x="3626699" y="4788671"/>
            <a:ext cx="2441568"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1328"/>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071399"/>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flipV="1">
            <a:off x="1980000" y="1866221"/>
            <a:ext cx="2160000" cy="14553"/>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0021"/>
            <a:ext cx="0" cy="336752"/>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flipV="1">
            <a:off x="9180000" y="5461803"/>
            <a:ext cx="360000" cy="95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9582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flipV="1">
            <a:off x="9180000" y="1880774"/>
            <a:ext cx="360000" cy="255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070573"/>
            <a:ext cx="360000" cy="82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95824"/>
            <a:ext cx="0" cy="34170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18849"/>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6">
              <a:extLst>
                <a:ext uri="{96DAC541-7B7A-43D3-8B79-37D633B846F1}">
                  <ns0:svgBlip xmlns:ns0="http://schemas.microsoft.com/office/drawing/2016/SVG/main" r:embed="rId15"/>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9525"/>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8">
              <a:extLst>
                <a:ext uri="{96DAC541-7B7A-43D3-8B79-37D633B846F1}">
                  <ns1:svgBlip xmlns:ns1="http://schemas.microsoft.com/office/drawing/2016/SVG/main" r:embed="rId14"/>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28003"/>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20">
              <a:extLst>
                <a:ext uri="{96DAC541-7B7A-43D3-8B79-37D633B846F1}">
                  <ns2:svgBlip xmlns:ns2="http://schemas.microsoft.com/office/drawing/2016/SVG/main" r:embed="rId13"/>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828224"/>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22">
              <a:extLst>
                <a:ext uri="{96DAC541-7B7A-43D3-8B79-37D633B846F1}">
                  <ns3:svgBlip xmlns:ns3="http://schemas.microsoft.com/office/drawing/2016/SVG/main" r:embed="rId12"/>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637599"/>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4">
              <a:extLst>
                <a:ext uri="{96DAC541-7B7A-43D3-8B79-37D633B846F1}">
                  <ns4:svgBlip xmlns:ns4="http://schemas.microsoft.com/office/drawing/2016/SVG/main" r:embed="rId11"/>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636773"/>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26">
              <a:extLst>
                <a:ext uri="{96DAC541-7B7A-43D3-8B79-37D633B846F1}">
                  <ns5:svgBlip xmlns:ns5="http://schemas.microsoft.com/office/drawing/2016/SVG/main" r:embed="rId10"/>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637599"/>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9">
              <a:extLst>
                <a:ext uri="{96DAC541-7B7A-43D3-8B79-37D633B846F1}">
                  <ns6:svgBlip xmlns:ns6="http://schemas.microsoft.com/office/drawing/2016/SVG/main" r:embed="rId8"/>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37528"/>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30">
              <a:extLst>
                <a:ext uri="{96DAC541-7B7A-43D3-8B79-37D633B846F1}">
                  <ns7:svgBlip xmlns:ns7="http://schemas.microsoft.com/office/drawing/2016/SVG/main" r:embed="rId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6974"/>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6">
              <a:extLst>
                <a:ext uri="{96DAC541-7B7A-43D3-8B79-37D633B846F1}">
                  <ns8:svgBlip xmlns:ns8="http://schemas.microsoft.com/office/drawing/2016/SVG/main" r:embed="rId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37528"/>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4">
              <a:extLst>
                <a:ext uri="{96DAC541-7B7A-43D3-8B79-37D633B846F1}">
                  <ns9:svgBlip xmlns:ns9="http://schemas.microsoft.com/office/drawing/2016/SVG/main" r:embed="rId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32421"/>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6">
              <a:extLst>
                <a:ext uri="{96DAC541-7B7A-43D3-8B79-37D633B846F1}">
                  <ns10:svgBlip xmlns:ns10="http://schemas.microsoft.com/office/drawing/2016/SVG/main" r:embed="rId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6974"/>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36">
              <a:extLst>
                <a:ext uri="{96DAC541-7B7A-43D3-8B79-37D633B846F1}">
                  <ns11:svgBlip xmlns:ns11="http://schemas.microsoft.com/office/drawing/2016/SVG/main" r:embed="rId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637599"/>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26">
              <a:extLst>
                <a:ext uri="{96DAC541-7B7A-43D3-8B79-37D633B846F1}">
                  <ns12:svgBlip xmlns:ns12="http://schemas.microsoft.com/office/drawing/2016/SVG/main" r:embed="rId10"/>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828224"/>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38">
              <a:extLst>
                <a:ext uri="{96DAC541-7B7A-43D3-8B79-37D633B846F1}">
                  <ns13:svgBlip xmlns:ns13="http://schemas.microsoft.com/office/drawing/2016/SVG/main" r:embed="rId44"/>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828224"/>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40">
              <a:extLst>
                <a:ext uri="{96DAC541-7B7A-43D3-8B79-37D633B846F1}">
                  <ns14:svgBlip xmlns:ns14="http://schemas.microsoft.com/office/drawing/2016/SVG/main" r:embed="rId45"/>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828224"/>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42">
              <a:extLst>
                <a:ext uri="{96DAC541-7B7A-43D3-8B79-37D633B846F1}">
                  <ns15:svgBlip xmlns:ns15="http://schemas.microsoft.com/office/drawing/2016/SVG/main" r:embed="rId46"/>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17125"/>
            <a:ext cx="1800000" cy="2720403"/>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08.08.2026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08.08.2026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a:solidFill>
                  <a:srgbClr val="2D3F4B"/>
                </a:solidFill>
                <a:latin typeface="Arial"/>
                <a:ea typeface="Arial"/>
                <a:cs typeface="Arial"/>
              </a:rPr>
              <a:t>Reranking </a:t>
            </a:r>
            <a:r>
              <a:rPr sz="2850" b="0" dirty="0" err="1">
                <a:solidFill>
                  <a:srgbClr val="2D3F4B"/>
                </a:solidFill>
                <a:latin typeface="Arial"/>
                <a:ea typeface="Arial"/>
                <a:cs typeface="Arial"/>
              </a:rPr>
              <a:t>sortiert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Kandidaten</a:t>
            </a:r>
            <a:r>
              <a:rPr sz="2850" b="0" dirty="0">
                <a:solidFill>
                  <a:srgbClr val="2D3F4B"/>
                </a:solidFill>
                <a:latin typeface="Arial"/>
                <a:ea typeface="Arial"/>
                <a:cs typeface="Arial"/>
              </a:rPr>
              <a:t> – es </a:t>
            </a:r>
            <a:r>
              <a:rPr sz="2850" b="0" dirty="0" err="1">
                <a:solidFill>
                  <a:srgbClr val="2D3F4B"/>
                </a:solidFill>
                <a:latin typeface="Arial"/>
                <a:ea typeface="Arial"/>
                <a:cs typeface="Arial"/>
              </a:rPr>
              <a:t>findet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keine</a:t>
            </a:r>
            <a:r>
              <a:rPr sz="2850" b="0" dirty="0">
                <a:solidFill>
                  <a:srgbClr val="2D3F4B"/>
                </a:solidFill>
                <a:latin typeface="Arial"/>
                <a:ea typeface="Arial"/>
                <a:cs typeface="Arial"/>
              </a:rPr>
              <a:t> </a:t>
            </a:r>
            <a:r>
              <a:rPr sz="2850" b="0" dirty="0" err="1">
                <a:solidFill>
                  <a:srgbClr val="2D3F4B"/>
                </a:solidFill>
                <a:latin typeface="Arial"/>
                <a:ea typeface="Arial"/>
                <a:cs typeface="Arial"/>
              </a:rPr>
              <a:t>neuen</a:t>
            </a:r>
            <a:endParaRPr sz="2850" b="0" dirty="0">
              <a:solidFill>
                <a:srgbClr val="2D3F4B"/>
              </a:solidFill>
              <a:latin typeface="Arial"/>
              <a:ea typeface="Arial"/>
              <a:cs typeface="Arial"/>
            </a:endParaRP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37063" y="2714625"/>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08.08.2026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3.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3970</Words>
  <Application>Microsoft Office PowerPoint</Application>
  <PresentationFormat>Breitbild</PresentationFormat>
  <Paragraphs>565</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43</cp:revision>
  <dcterms:created xsi:type="dcterms:W3CDTF">2026-08-04T12:09:36Z</dcterms:created>
  <dcterms:modified xsi:type="dcterms:W3CDTF">2026-08-08T14:32:16Z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