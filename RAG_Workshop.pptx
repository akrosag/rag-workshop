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17125"/>
            <a:ext cx="1800000" cy="272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dirty="0" sz="3600"/>
              <a:t>Chunking entscheidet, was auffindbar bleibt</a:t>
            </a:r>
            <a:endParaRPr lang="de-CH" dirty="0" sz="3600"/>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68" name="Titel 1"/>
          <p:cNvSpPr>
            <a:spLocks noGrp="1"/>
          </p:cNvSpPr>
          <p:nvPr>
            <p:ph type="title"/>
          </p:nvPr>
        </p:nvSpPr>
        <p:spPr>
          <a:xfrm>
            <a:off x="482461" y="346633"/>
            <a:ext cx="11230114" cy="767605"/>
          </a:xfrm>
        </p:spPr>
        <p:txBody>
          <a:bodyPr/>
          <a:lstStyle/>
          <a:p>
            <a:r>
              <a:rPr lang="de-CH" dirty="0" sz="3600"/>
              <a:t>Reranking sortiert Kandidaten – es findet keine neuen</a:t>
            </a:r>
            <a:endParaRPr lang="de-CH" dirty="0" sz="3600"/>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dirty="0" sz="3600"/>
              <a:t>GraphRAG verbindet mehrere Suchsignale</a:t>
            </a:r>
            <a:endParaRPr lang="de-CH" dirty="0" sz="3600"/>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dirty="0" sz="3600"/>
              <a:t>Hybrider GraphRAG verbindet mehrere Suchsignale</a:t>
            </a:r>
            <a:endParaRPr lang="de-CH" dirty="0" sz="3600"/>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dirty="0" sz="2800"/>
              <a:t>Besseres Retrieval verbessert Antworten – garantiert sie aber nicht</a:t>
            </a:r>
            <a:endParaRPr lang="de-CH" dirty="0" sz="2800"/>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dirty="0" sz="3600"/>
              <a:t>Wahlmodul: Drei Gruppen, ein gemeinsamer Befund</a:t>
            </a:r>
            <a:endParaRPr lang="de-CH" dirty="0" sz="3600"/>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dirty="0" sz="3600"/>
              <a:t>Frameworkwahl ist eine Betriebsentscheidung</a:t>
            </a:r>
            <a:endParaRPr lang="de-CH" dirty="0" sz="3600"/>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dirty="0" sz="3600"/>
              <a:t>Drei Leitlinien für gutes RAG</a:t>
            </a:r>
            <a:endParaRPr lang="de-CH" dirty="0" sz="3600"/>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