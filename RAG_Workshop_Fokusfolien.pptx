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2336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  <p:sldLayoutId id="214748366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990" name="Pfeil Query zu LLM"/>
          <p:cNvCxnSpPr>
            <a:cxnSpLocks/>
            <a:stCxn id="18" idx="1"/>
            <a:endCxn id="93" idx="3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406325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8480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990" name="Pfeil Query zu LLM"/>
          <p:cNvCxnSpPr>
            <a:cxnSpLocks/>
            <a:stCxn id="18" idx="1"/>
            <a:endCxn id="93" idx="3"/>
          </p:cNvCxnSpPr>
          <p:nvPr/>
        </p:nvCxnSpPr>
        <p:spPr>
          <a:xfrm flipH="1">
            <a:off x="8460000" y="2407125"/>
            <a:ext cx="1800000" cy="254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89221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59357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7564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sp>
        <p:nvSpPr>
          <p:cNvPr id="1000" name="Marker Embedding LLM@7740000"/>
          <p:cNvSpPr/>
          <p:nvPr/>
        </p:nvSpPr>
        <p:spPr>
          <a:xfrm>
            <a:off x="76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828224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828224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sp>
        <p:nvSpPr>
          <p:cNvPr id="1000" name="Marker Graph Database"/>
          <p:cNvSpPr/>
          <p:nvPr/>
        </p:nvSpPr>
        <p:spPr>
          <a:xfrm>
            <a:off x="40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